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325" r:id="rId3"/>
    <p:sldId id="326" r:id="rId4"/>
    <p:sldId id="336" r:id="rId5"/>
    <p:sldId id="327" r:id="rId6"/>
    <p:sldId id="337" r:id="rId7"/>
    <p:sldId id="328" r:id="rId8"/>
    <p:sldId id="338" r:id="rId9"/>
    <p:sldId id="329" r:id="rId10"/>
    <p:sldId id="330" r:id="rId11"/>
    <p:sldId id="339" r:id="rId12"/>
    <p:sldId id="331" r:id="rId13"/>
    <p:sldId id="335" r:id="rId14"/>
    <p:sldId id="334" r:id="rId15"/>
    <p:sldId id="340" r:id="rId16"/>
    <p:sldId id="341" r:id="rId17"/>
    <p:sldId id="324" r:id="rId18"/>
  </p:sldIdLst>
  <p:sldSz cx="12192000" cy="6858000"/>
  <p:notesSz cx="6858000" cy="12192000"/>
  <p:embeddedFontLst>
    <p:embeddedFont>
      <p:font typeface="Aharoni" panose="02010803020104030203" pitchFamily="2" charset="-79"/>
      <p:bold r:id="rId20"/>
    </p:embeddedFont>
    <p:embeddedFont>
      <p:font typeface="Arial Rounded MT Bold" panose="020F0704030504030204" pitchFamily="34" charset="0"/>
      <p:regular r:id="rId21"/>
    </p:embeddedFont>
    <p:embeddedFont>
      <p:font typeface="Californian FB" panose="0207040306080B030204" pitchFamily="18" charset="0"/>
      <p:regular r:id="rId22"/>
      <p:bold r:id="rId23"/>
      <p:italic r:id="rId24"/>
    </p:embeddedFont>
    <p:embeddedFont>
      <p:font typeface="Gabriola" panose="04040605051002020D02" pitchFamily="82" charset="0"/>
      <p:regular r:id="rId25"/>
    </p:embeddedFont>
    <p:embeddedFont>
      <p:font typeface="Maiandra GD" panose="020E0502030308020204" pitchFamily="34" charset="0"/>
      <p:regular r:id="rId26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94F359-1CDB-43C4-9CF4-27CAAF72F79D}" v="72" dt="2026-09-28T14:23:32.173"/>
  </p1510:revLst>
</p1510:revInfo>
</file>

<file path=ppt/tableStyles.xml><?xml version="1.0" encoding="utf-8"?>
<a:tblStyleLst xmlns:a="http://schemas.openxmlformats.org/drawingml/2006/main" def="{5C22544A-7EE6-4342-B048-85BDC9FD1C3A}">
  <a:tblStyle styleId="{42F484E2-D13C-4198-809A-BEC5E46278DC}" styleName="Style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19999"/>
            </a:schemeClr>
          </a:solidFill>
        </a:fill>
      </a:tcStyle>
    </a:band1H>
    <a:band1V>
      <a:tcStyle>
        <a:tcBdr/>
        <a:fill>
          <a:solidFill>
            <a:schemeClr val="accent1">
              <a:alpha val="19999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86405" autoAdjust="0"/>
  </p:normalViewPr>
  <p:slideViewPr>
    <p:cSldViewPr>
      <p:cViewPr varScale="1">
        <p:scale>
          <a:sx n="77" d="100"/>
          <a:sy n="77" d="100"/>
        </p:scale>
        <p:origin x="106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dimi Mokshagna" userId="ec5d85960bbd70ca" providerId="LiveId" clId="{03569D58-1882-496F-9E85-C4490BB1B5A3}"/>
    <pc:docChg chg="undo redo custSel addSld delSld modSld">
      <pc:chgData name="Padimi Mokshagna" userId="ec5d85960bbd70ca" providerId="LiveId" clId="{03569D58-1882-496F-9E85-C4490BB1B5A3}" dt="2026-10-16T04:50:57.668" v="809" actId="1076"/>
      <pc:docMkLst>
        <pc:docMk/>
      </pc:docMkLst>
      <pc:sldChg chg="addSp delSp modSp mod">
        <pc:chgData name="Padimi Mokshagna" userId="ec5d85960bbd70ca" providerId="LiveId" clId="{03569D58-1882-496F-9E85-C4490BB1B5A3}" dt="2026-10-16T04:50:57.668" v="809" actId="1076"/>
        <pc:sldMkLst>
          <pc:docMk/>
          <pc:sldMk cId="0" sldId="256"/>
        </pc:sldMkLst>
        <pc:spChg chg="mod">
          <ac:chgData name="Padimi Mokshagna" userId="ec5d85960bbd70ca" providerId="LiveId" clId="{03569D58-1882-496F-9E85-C4490BB1B5A3}" dt="2026-09-28T14:10:59.786" v="507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Padimi Mokshagna" userId="ec5d85960bbd70ca" providerId="LiveId" clId="{03569D58-1882-496F-9E85-C4490BB1B5A3}" dt="2026-09-28T14:27:13.084" v="794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Padimi Mokshagna" userId="ec5d85960bbd70ca" providerId="LiveId" clId="{03569D58-1882-496F-9E85-C4490BB1B5A3}" dt="2026-09-28T13:04:31.737" v="29" actId="20577"/>
          <ac:spMkLst>
            <pc:docMk/>
            <pc:sldMk cId="0" sldId="256"/>
            <ac:spMk id="4" creationId="{BB2A8C70-3A77-94EC-FC3D-FDF5B598157E}"/>
          </ac:spMkLst>
        </pc:spChg>
        <pc:spChg chg="add mod">
          <ac:chgData name="Padimi Mokshagna" userId="ec5d85960bbd70ca" providerId="LiveId" clId="{03569D58-1882-496F-9E85-C4490BB1B5A3}" dt="2026-09-28T13:05:11.618" v="36" actId="1076"/>
          <ac:spMkLst>
            <pc:docMk/>
            <pc:sldMk cId="0" sldId="256"/>
            <ac:spMk id="7" creationId="{92AAE4E8-9CFA-A41D-DCA5-3FD9B3D70BE9}"/>
          </ac:spMkLst>
        </pc:spChg>
        <pc:spChg chg="add mod">
          <ac:chgData name="Padimi Mokshagna" userId="ec5d85960bbd70ca" providerId="LiveId" clId="{03569D58-1882-496F-9E85-C4490BB1B5A3}" dt="2026-09-28T13:04:59.701" v="33" actId="1076"/>
          <ac:spMkLst>
            <pc:docMk/>
            <pc:sldMk cId="0" sldId="256"/>
            <ac:spMk id="9" creationId="{C8EB3B36-6165-B838-D5F1-1ABAB03166D7}"/>
          </ac:spMkLst>
        </pc:spChg>
        <pc:graphicFrameChg chg="mod modGraphic">
          <ac:chgData name="Padimi Mokshagna" userId="ec5d85960bbd70ca" providerId="LiveId" clId="{03569D58-1882-496F-9E85-C4490BB1B5A3}" dt="2026-10-16T04:50:57.668" v="809" actId="1076"/>
          <ac:graphicFrameMkLst>
            <pc:docMk/>
            <pc:sldMk cId="0" sldId="256"/>
            <ac:graphicFrameMk id="6" creationId="{C7F159A1-205A-9A84-5F29-BAC09BFFE55A}"/>
          </ac:graphicFrameMkLst>
        </pc:graphicFrameChg>
      </pc:sldChg>
      <pc:sldChg chg="addSp delSp modSp mod">
        <pc:chgData name="Padimi Mokshagna" userId="ec5d85960bbd70ca" providerId="LiveId" clId="{03569D58-1882-496F-9E85-C4490BB1B5A3}" dt="2026-09-28T14:14:03.912" v="603" actId="1076"/>
        <pc:sldMkLst>
          <pc:docMk/>
          <pc:sldMk cId="1780977059" sldId="325"/>
        </pc:sldMkLst>
        <pc:spChg chg="mod">
          <ac:chgData name="Padimi Mokshagna" userId="ec5d85960bbd70ca" providerId="LiveId" clId="{03569D58-1882-496F-9E85-C4490BB1B5A3}" dt="2026-09-28T14:13:35.967" v="598" actId="1076"/>
          <ac:spMkLst>
            <pc:docMk/>
            <pc:sldMk cId="1780977059" sldId="325"/>
            <ac:spMk id="2" creationId="{CCBC3698-B926-FCD8-3E34-A0BCA597160E}"/>
          </ac:spMkLst>
        </pc:spChg>
        <pc:spChg chg="mod">
          <ac:chgData name="Padimi Mokshagna" userId="ec5d85960bbd70ca" providerId="LiveId" clId="{03569D58-1882-496F-9E85-C4490BB1B5A3}" dt="2026-09-28T13:13:05.424" v="88" actId="1076"/>
          <ac:spMkLst>
            <pc:docMk/>
            <pc:sldMk cId="1780977059" sldId="325"/>
            <ac:spMk id="7" creationId="{F8107C4F-2400-B326-479D-154C65509A60}"/>
          </ac:spMkLst>
        </pc:spChg>
        <pc:spChg chg="add mod">
          <ac:chgData name="Padimi Mokshagna" userId="ec5d85960bbd70ca" providerId="LiveId" clId="{03569D58-1882-496F-9E85-C4490BB1B5A3}" dt="2026-09-28T14:14:03.912" v="603" actId="1076"/>
          <ac:spMkLst>
            <pc:docMk/>
            <pc:sldMk cId="1780977059" sldId="325"/>
            <ac:spMk id="9" creationId="{24603FF0-9C9E-B4F2-82CA-DB0B07D3CD64}"/>
          </ac:spMkLst>
        </pc:spChg>
      </pc:sldChg>
      <pc:sldChg chg="modSp mod">
        <pc:chgData name="Padimi Mokshagna" userId="ec5d85960bbd70ca" providerId="LiveId" clId="{03569D58-1882-496F-9E85-C4490BB1B5A3}" dt="2026-09-28T14:14:39.149" v="605" actId="113"/>
        <pc:sldMkLst>
          <pc:docMk/>
          <pc:sldMk cId="1780977059" sldId="326"/>
        </pc:sldMkLst>
        <pc:spChg chg="mod">
          <ac:chgData name="Padimi Mokshagna" userId="ec5d85960bbd70ca" providerId="LiveId" clId="{03569D58-1882-496F-9E85-C4490BB1B5A3}" dt="2026-09-28T14:14:39.149" v="605" actId="113"/>
          <ac:spMkLst>
            <pc:docMk/>
            <pc:sldMk cId="1780977059" sldId="326"/>
            <ac:spMk id="2" creationId="{CCBC3698-B926-FCD8-3E34-A0BCA597160E}"/>
          </ac:spMkLst>
        </pc:spChg>
      </pc:sldChg>
      <pc:sldChg chg="modSp mod">
        <pc:chgData name="Padimi Mokshagna" userId="ec5d85960bbd70ca" providerId="LiveId" clId="{03569D58-1882-496F-9E85-C4490BB1B5A3}" dt="2026-09-28T13:19:49.917" v="125" actId="1076"/>
        <pc:sldMkLst>
          <pc:docMk/>
          <pc:sldMk cId="1780977059" sldId="327"/>
        </pc:sldMkLst>
        <pc:spChg chg="mod">
          <ac:chgData name="Padimi Mokshagna" userId="ec5d85960bbd70ca" providerId="LiveId" clId="{03569D58-1882-496F-9E85-C4490BB1B5A3}" dt="2026-09-28T13:19:03.106" v="122" actId="1076"/>
          <ac:spMkLst>
            <pc:docMk/>
            <pc:sldMk cId="1780977059" sldId="327"/>
            <ac:spMk id="2" creationId="{CCBC3698-B926-FCD8-3E34-A0BCA597160E}"/>
          </ac:spMkLst>
        </pc:spChg>
        <pc:spChg chg="mod">
          <ac:chgData name="Padimi Mokshagna" userId="ec5d85960bbd70ca" providerId="LiveId" clId="{03569D58-1882-496F-9E85-C4490BB1B5A3}" dt="2026-09-28T13:19:49.917" v="125" actId="1076"/>
          <ac:spMkLst>
            <pc:docMk/>
            <pc:sldMk cId="1780977059" sldId="327"/>
            <ac:spMk id="7" creationId="{F8107C4F-2400-B326-479D-154C65509A60}"/>
          </ac:spMkLst>
        </pc:spChg>
      </pc:sldChg>
      <pc:sldChg chg="addSp modSp mod">
        <pc:chgData name="Padimi Mokshagna" userId="ec5d85960bbd70ca" providerId="LiveId" clId="{03569D58-1882-496F-9E85-C4490BB1B5A3}" dt="2026-09-28T13:31:04.969" v="174" actId="1076"/>
        <pc:sldMkLst>
          <pc:docMk/>
          <pc:sldMk cId="1780977059" sldId="328"/>
        </pc:sldMkLst>
        <pc:spChg chg="mod">
          <ac:chgData name="Padimi Mokshagna" userId="ec5d85960bbd70ca" providerId="LiveId" clId="{03569D58-1882-496F-9E85-C4490BB1B5A3}" dt="2026-09-28T13:30:05.929" v="169" actId="2711"/>
          <ac:spMkLst>
            <pc:docMk/>
            <pc:sldMk cId="1780977059" sldId="328"/>
            <ac:spMk id="2" creationId="{CCBC3698-B926-FCD8-3E34-A0BCA597160E}"/>
          </ac:spMkLst>
        </pc:spChg>
        <pc:spChg chg="add mod">
          <ac:chgData name="Padimi Mokshagna" userId="ec5d85960bbd70ca" providerId="LiveId" clId="{03569D58-1882-496F-9E85-C4490BB1B5A3}" dt="2026-09-28T13:30:05.929" v="169" actId="2711"/>
          <ac:spMkLst>
            <pc:docMk/>
            <pc:sldMk cId="1780977059" sldId="328"/>
            <ac:spMk id="6" creationId="{9D41BEA1-1CA5-5BB0-9052-7946C27EC9A1}"/>
          </ac:spMkLst>
        </pc:spChg>
        <pc:spChg chg="mod">
          <ac:chgData name="Padimi Mokshagna" userId="ec5d85960bbd70ca" providerId="LiveId" clId="{03569D58-1882-496F-9E85-C4490BB1B5A3}" dt="2026-09-28T13:31:04.969" v="174" actId="1076"/>
          <ac:spMkLst>
            <pc:docMk/>
            <pc:sldMk cId="1780977059" sldId="328"/>
            <ac:spMk id="7" creationId="{F8107C4F-2400-B326-479D-154C65509A60}"/>
          </ac:spMkLst>
        </pc:spChg>
      </pc:sldChg>
      <pc:sldChg chg="addSp delSp modSp mod">
        <pc:chgData name="Padimi Mokshagna" userId="ec5d85960bbd70ca" providerId="LiveId" clId="{03569D58-1882-496F-9E85-C4490BB1B5A3}" dt="2026-09-28T14:18:27.246" v="732" actId="12"/>
        <pc:sldMkLst>
          <pc:docMk/>
          <pc:sldMk cId="1780977059" sldId="329"/>
        </pc:sldMkLst>
        <pc:spChg chg="mod">
          <ac:chgData name="Padimi Mokshagna" userId="ec5d85960bbd70ca" providerId="LiveId" clId="{03569D58-1882-496F-9E85-C4490BB1B5A3}" dt="2026-09-28T14:18:27.246" v="732" actId="12"/>
          <ac:spMkLst>
            <pc:docMk/>
            <pc:sldMk cId="1780977059" sldId="329"/>
            <ac:spMk id="2" creationId="{CCBC3698-B926-FCD8-3E34-A0BCA597160E}"/>
          </ac:spMkLst>
        </pc:spChg>
        <pc:spChg chg="add del mod">
          <ac:chgData name="Padimi Mokshagna" userId="ec5d85960bbd70ca" providerId="LiveId" clId="{03569D58-1882-496F-9E85-C4490BB1B5A3}" dt="2026-09-28T14:17:59.126" v="725" actId="20577"/>
          <ac:spMkLst>
            <pc:docMk/>
            <pc:sldMk cId="1780977059" sldId="329"/>
            <ac:spMk id="7" creationId="{F8107C4F-2400-B326-479D-154C65509A60}"/>
          </ac:spMkLst>
        </pc:spChg>
      </pc:sldChg>
      <pc:sldChg chg="addSp delSp modSp mod">
        <pc:chgData name="Padimi Mokshagna" userId="ec5d85960bbd70ca" providerId="LiveId" clId="{03569D58-1882-496F-9E85-C4490BB1B5A3}" dt="2026-09-28T13:49:26.265" v="382" actId="1076"/>
        <pc:sldMkLst>
          <pc:docMk/>
          <pc:sldMk cId="1780977059" sldId="330"/>
        </pc:sldMkLst>
        <pc:spChg chg="mod">
          <ac:chgData name="Padimi Mokshagna" userId="ec5d85960bbd70ca" providerId="LiveId" clId="{03569D58-1882-496F-9E85-C4490BB1B5A3}" dt="2026-09-28T13:43:03.387" v="264" actId="14100"/>
          <ac:spMkLst>
            <pc:docMk/>
            <pc:sldMk cId="1780977059" sldId="330"/>
            <ac:spMk id="2" creationId="{CCBC3698-B926-FCD8-3E34-A0BCA597160E}"/>
          </ac:spMkLst>
        </pc:spChg>
        <pc:spChg chg="add mod">
          <ac:chgData name="Padimi Mokshagna" userId="ec5d85960bbd70ca" providerId="LiveId" clId="{03569D58-1882-496F-9E85-C4490BB1B5A3}" dt="2026-09-28T13:47:38.490" v="364" actId="1076"/>
          <ac:spMkLst>
            <pc:docMk/>
            <pc:sldMk cId="1780977059" sldId="330"/>
            <ac:spMk id="6" creationId="{7DF7AA4B-D2AB-C301-06D1-569E32BA1E23}"/>
          </ac:spMkLst>
        </pc:spChg>
        <pc:spChg chg="mod">
          <ac:chgData name="Padimi Mokshagna" userId="ec5d85960bbd70ca" providerId="LiveId" clId="{03569D58-1882-496F-9E85-C4490BB1B5A3}" dt="2026-09-28T13:49:26.265" v="382" actId="1076"/>
          <ac:spMkLst>
            <pc:docMk/>
            <pc:sldMk cId="1780977059" sldId="330"/>
            <ac:spMk id="7" creationId="{F8107C4F-2400-B326-479D-154C65509A60}"/>
          </ac:spMkLst>
        </pc:spChg>
        <pc:spChg chg="add mod">
          <ac:chgData name="Padimi Mokshagna" userId="ec5d85960bbd70ca" providerId="LiveId" clId="{03569D58-1882-496F-9E85-C4490BB1B5A3}" dt="2026-09-28T13:47:26.501" v="363" actId="1076"/>
          <ac:spMkLst>
            <pc:docMk/>
            <pc:sldMk cId="1780977059" sldId="330"/>
            <ac:spMk id="13" creationId="{77CFE621-D93D-5C77-FA65-C810169A3706}"/>
          </ac:spMkLst>
        </pc:spChg>
        <pc:spChg chg="add mod">
          <ac:chgData name="Padimi Mokshagna" userId="ec5d85960bbd70ca" providerId="LiveId" clId="{03569D58-1882-496F-9E85-C4490BB1B5A3}" dt="2026-09-28T13:48:55.217" v="379" actId="1076"/>
          <ac:spMkLst>
            <pc:docMk/>
            <pc:sldMk cId="1780977059" sldId="330"/>
            <ac:spMk id="16" creationId="{765E4EBF-29F4-43BF-9396-31580AE59D8E}"/>
          </ac:spMkLst>
        </pc:spChg>
        <pc:spChg chg="add mod">
          <ac:chgData name="Padimi Mokshagna" userId="ec5d85960bbd70ca" providerId="LiveId" clId="{03569D58-1882-496F-9E85-C4490BB1B5A3}" dt="2026-09-28T13:48:34.715" v="377" actId="1076"/>
          <ac:spMkLst>
            <pc:docMk/>
            <pc:sldMk cId="1780977059" sldId="330"/>
            <ac:spMk id="17" creationId="{27027591-9139-201C-EB97-81A6AAEF687C}"/>
          </ac:spMkLst>
        </pc:spChg>
      </pc:sldChg>
      <pc:sldChg chg="addSp delSp modSp mod">
        <pc:chgData name="Padimi Mokshagna" userId="ec5d85960bbd70ca" providerId="LiveId" clId="{03569D58-1882-496F-9E85-C4490BB1B5A3}" dt="2026-09-28T14:48:07.169" v="808" actId="14100"/>
        <pc:sldMkLst>
          <pc:docMk/>
          <pc:sldMk cId="1780977059" sldId="331"/>
        </pc:sldMkLst>
        <pc:spChg chg="mod">
          <ac:chgData name="Padimi Mokshagna" userId="ec5d85960bbd70ca" providerId="LiveId" clId="{03569D58-1882-496F-9E85-C4490BB1B5A3}" dt="2026-09-28T13:54:20.124" v="440" actId="1076"/>
          <ac:spMkLst>
            <pc:docMk/>
            <pc:sldMk cId="1780977059" sldId="331"/>
            <ac:spMk id="6" creationId="{CA6586EA-AC15-7626-D2A6-E2D383CF06F2}"/>
          </ac:spMkLst>
        </pc:spChg>
        <pc:spChg chg="mod">
          <ac:chgData name="Padimi Mokshagna" userId="ec5d85960bbd70ca" providerId="LiveId" clId="{03569D58-1882-496F-9E85-C4490BB1B5A3}" dt="2026-09-28T13:56:02.873" v="461" actId="1076"/>
          <ac:spMkLst>
            <pc:docMk/>
            <pc:sldMk cId="1780977059" sldId="331"/>
            <ac:spMk id="7" creationId="{F8107C4F-2400-B326-479D-154C65509A60}"/>
          </ac:spMkLst>
        </pc:spChg>
        <pc:picChg chg="add mod">
          <ac:chgData name="Padimi Mokshagna" userId="ec5d85960bbd70ca" providerId="LiveId" clId="{03569D58-1882-496F-9E85-C4490BB1B5A3}" dt="2026-09-28T14:48:07.169" v="808" actId="14100"/>
          <ac:picMkLst>
            <pc:docMk/>
            <pc:sldMk cId="1780977059" sldId="331"/>
            <ac:picMk id="15" creationId="{9A53CEEF-A37E-FA72-058F-7167D629EEC6}"/>
          </ac:picMkLst>
        </pc:picChg>
      </pc:sldChg>
      <pc:sldChg chg="modSp mod">
        <pc:chgData name="Padimi Mokshagna" userId="ec5d85960bbd70ca" providerId="LiveId" clId="{03569D58-1882-496F-9E85-C4490BB1B5A3}" dt="2026-09-28T13:56:50.572" v="471" actId="1076"/>
        <pc:sldMkLst>
          <pc:docMk/>
          <pc:sldMk cId="1780977059" sldId="334"/>
        </pc:sldMkLst>
        <pc:spChg chg="mod">
          <ac:chgData name="Padimi Mokshagna" userId="ec5d85960bbd70ca" providerId="LiveId" clId="{03569D58-1882-496F-9E85-C4490BB1B5A3}" dt="2026-09-28T13:56:50.572" v="471" actId="1076"/>
          <ac:spMkLst>
            <pc:docMk/>
            <pc:sldMk cId="1780977059" sldId="334"/>
            <ac:spMk id="7" creationId="{F8107C4F-2400-B326-479D-154C65509A60}"/>
          </ac:spMkLst>
        </pc:spChg>
      </pc:sldChg>
      <pc:sldChg chg="addSp delSp modSp new mod">
        <pc:chgData name="Padimi Mokshagna" userId="ec5d85960bbd70ca" providerId="LiveId" clId="{03569D58-1882-496F-9E85-C4490BB1B5A3}" dt="2026-09-28T14:16:56.454" v="670" actId="1076"/>
        <pc:sldMkLst>
          <pc:docMk/>
          <pc:sldMk cId="1713052342" sldId="336"/>
        </pc:sldMkLst>
        <pc:spChg chg="add">
          <ac:chgData name="Padimi Mokshagna" userId="ec5d85960bbd70ca" providerId="LiveId" clId="{03569D58-1882-496F-9E85-C4490BB1B5A3}" dt="2026-09-28T13:12:41.914" v="83" actId="22"/>
          <ac:spMkLst>
            <pc:docMk/>
            <pc:sldMk cId="1713052342" sldId="336"/>
            <ac:spMk id="6" creationId="{7FD0736E-1E0D-7FD6-53E9-335F8413B5B6}"/>
          </ac:spMkLst>
        </pc:spChg>
        <pc:spChg chg="add">
          <ac:chgData name="Padimi Mokshagna" userId="ec5d85960bbd70ca" providerId="LiveId" clId="{03569D58-1882-496F-9E85-C4490BB1B5A3}" dt="2026-09-28T13:12:43.669" v="84" actId="22"/>
          <ac:spMkLst>
            <pc:docMk/>
            <pc:sldMk cId="1713052342" sldId="336"/>
            <ac:spMk id="8" creationId="{036DDAEA-3CD2-7A66-BA89-7ACA52A3F938}"/>
          </ac:spMkLst>
        </pc:spChg>
        <pc:spChg chg="add">
          <ac:chgData name="Padimi Mokshagna" userId="ec5d85960bbd70ca" providerId="LiveId" clId="{03569D58-1882-496F-9E85-C4490BB1B5A3}" dt="2026-09-28T13:12:52.945" v="85" actId="22"/>
          <ac:spMkLst>
            <pc:docMk/>
            <pc:sldMk cId="1713052342" sldId="336"/>
            <ac:spMk id="10" creationId="{DBB05E46-F5B9-CC0D-9B53-0009E5DE35F3}"/>
          </ac:spMkLst>
        </pc:spChg>
        <pc:spChg chg="add del mod">
          <ac:chgData name="Padimi Mokshagna" userId="ec5d85960bbd70ca" providerId="LiveId" clId="{03569D58-1882-496F-9E85-C4490BB1B5A3}" dt="2026-09-28T14:16:16.002" v="665" actId="20577"/>
          <ac:spMkLst>
            <pc:docMk/>
            <pc:sldMk cId="1713052342" sldId="336"/>
            <ac:spMk id="12" creationId="{23A90606-2AFE-3CFA-36AE-478FDAA9C459}"/>
          </ac:spMkLst>
        </pc:spChg>
        <pc:spChg chg="add mod">
          <ac:chgData name="Padimi Mokshagna" userId="ec5d85960bbd70ca" providerId="LiveId" clId="{03569D58-1882-496F-9E85-C4490BB1B5A3}" dt="2026-09-28T14:16:56.454" v="670" actId="1076"/>
          <ac:spMkLst>
            <pc:docMk/>
            <pc:sldMk cId="1713052342" sldId="336"/>
            <ac:spMk id="13" creationId="{4F3830D7-1055-5A88-022B-D6F8392E84EF}"/>
          </ac:spMkLst>
        </pc:spChg>
      </pc:sldChg>
      <pc:sldChg chg="addSp modSp new mod">
        <pc:chgData name="Padimi Mokshagna" userId="ec5d85960bbd70ca" providerId="LiveId" clId="{03569D58-1882-496F-9E85-C4490BB1B5A3}" dt="2026-09-28T14:17:11.365" v="671" actId="12"/>
        <pc:sldMkLst>
          <pc:docMk/>
          <pc:sldMk cId="2219958664" sldId="337"/>
        </pc:sldMkLst>
        <pc:spChg chg="add mod">
          <ac:chgData name="Padimi Mokshagna" userId="ec5d85960bbd70ca" providerId="LiveId" clId="{03569D58-1882-496F-9E85-C4490BB1B5A3}" dt="2026-09-28T14:15:50.292" v="639" actId="20577"/>
          <ac:spMkLst>
            <pc:docMk/>
            <pc:sldMk cId="2219958664" sldId="337"/>
            <ac:spMk id="6" creationId="{E3655548-BD49-5DDE-DF5F-D821A538B1FD}"/>
          </ac:spMkLst>
        </pc:spChg>
        <pc:spChg chg="add mod">
          <ac:chgData name="Padimi Mokshagna" userId="ec5d85960bbd70ca" providerId="LiveId" clId="{03569D58-1882-496F-9E85-C4490BB1B5A3}" dt="2026-09-28T14:17:11.365" v="671" actId="12"/>
          <ac:spMkLst>
            <pc:docMk/>
            <pc:sldMk cId="2219958664" sldId="337"/>
            <ac:spMk id="7" creationId="{502FDCF3-892A-1488-6F32-55BF112C3EFE}"/>
          </ac:spMkLst>
        </pc:spChg>
      </pc:sldChg>
      <pc:sldChg chg="addSp delSp modSp new mod">
        <pc:chgData name="Padimi Mokshagna" userId="ec5d85960bbd70ca" providerId="LiveId" clId="{03569D58-1882-496F-9E85-C4490BB1B5A3}" dt="2026-09-28T14:17:33.280" v="699" actId="20577"/>
        <pc:sldMkLst>
          <pc:docMk/>
          <pc:sldMk cId="38757051" sldId="338"/>
        </pc:sldMkLst>
        <pc:spChg chg="add mod">
          <ac:chgData name="Padimi Mokshagna" userId="ec5d85960bbd70ca" providerId="LiveId" clId="{03569D58-1882-496F-9E85-C4490BB1B5A3}" dt="2026-09-28T13:34:17.820" v="191" actId="6549"/>
          <ac:spMkLst>
            <pc:docMk/>
            <pc:sldMk cId="38757051" sldId="338"/>
            <ac:spMk id="8" creationId="{611B20A9-C31C-6FE9-8381-5BB3FDE313DA}"/>
          </ac:spMkLst>
        </pc:spChg>
        <pc:spChg chg="add mod">
          <ac:chgData name="Padimi Mokshagna" userId="ec5d85960bbd70ca" providerId="LiveId" clId="{03569D58-1882-496F-9E85-C4490BB1B5A3}" dt="2026-09-28T14:17:33.280" v="699" actId="20577"/>
          <ac:spMkLst>
            <pc:docMk/>
            <pc:sldMk cId="38757051" sldId="338"/>
            <ac:spMk id="9" creationId="{D4A7F565-7340-95DE-C8DA-9043B9E5C0F6}"/>
          </ac:spMkLst>
        </pc:spChg>
        <pc:spChg chg="add mod">
          <ac:chgData name="Padimi Mokshagna" userId="ec5d85960bbd70ca" providerId="LiveId" clId="{03569D58-1882-496F-9E85-C4490BB1B5A3}" dt="2026-09-28T13:36:42.434" v="222" actId="2710"/>
          <ac:spMkLst>
            <pc:docMk/>
            <pc:sldMk cId="38757051" sldId="338"/>
            <ac:spMk id="10" creationId="{84B4CBE3-CAD4-419E-38C8-5589A2E0E232}"/>
          </ac:spMkLst>
        </pc:spChg>
        <pc:spChg chg="add mod">
          <ac:chgData name="Padimi Mokshagna" userId="ec5d85960bbd70ca" providerId="LiveId" clId="{03569D58-1882-496F-9E85-C4490BB1B5A3}" dt="2026-09-28T13:37:21.403" v="227" actId="1076"/>
          <ac:spMkLst>
            <pc:docMk/>
            <pc:sldMk cId="38757051" sldId="338"/>
            <ac:spMk id="11" creationId="{A6EC02CE-1F9B-8361-B887-A7350D9A2972}"/>
          </ac:spMkLst>
        </pc:spChg>
        <pc:spChg chg="add mod">
          <ac:chgData name="Padimi Mokshagna" userId="ec5d85960bbd70ca" providerId="LiveId" clId="{03569D58-1882-496F-9E85-C4490BB1B5A3}" dt="2026-09-28T13:37:37.508" v="233" actId="1076"/>
          <ac:spMkLst>
            <pc:docMk/>
            <pc:sldMk cId="38757051" sldId="338"/>
            <ac:spMk id="12" creationId="{CE3FC3F6-7542-38AC-B721-4B37383839F0}"/>
          </ac:spMkLst>
        </pc:spChg>
      </pc:sldChg>
      <pc:sldChg chg="addSp modSp new mod">
        <pc:chgData name="Padimi Mokshagna" userId="ec5d85960bbd70ca" providerId="LiveId" clId="{03569D58-1882-496F-9E85-C4490BB1B5A3}" dt="2026-09-28T14:26:00.767" v="779" actId="255"/>
        <pc:sldMkLst>
          <pc:docMk/>
          <pc:sldMk cId="1488096645" sldId="339"/>
        </pc:sldMkLst>
        <pc:spChg chg="add mod">
          <ac:chgData name="Padimi Mokshagna" userId="ec5d85960bbd70ca" providerId="LiveId" clId="{03569D58-1882-496F-9E85-C4490BB1B5A3}" dt="2026-09-28T13:49:51.995" v="390" actId="403"/>
          <ac:spMkLst>
            <pc:docMk/>
            <pc:sldMk cId="1488096645" sldId="339"/>
            <ac:spMk id="6" creationId="{CCF2A658-8CE3-23CE-B7FB-2786BA236BB8}"/>
          </ac:spMkLst>
        </pc:spChg>
        <pc:spChg chg="add mod">
          <ac:chgData name="Padimi Mokshagna" userId="ec5d85960bbd70ca" providerId="LiveId" clId="{03569D58-1882-496F-9E85-C4490BB1B5A3}" dt="2026-09-28T14:25:53.366" v="778" actId="255"/>
          <ac:spMkLst>
            <pc:docMk/>
            <pc:sldMk cId="1488096645" sldId="339"/>
            <ac:spMk id="7" creationId="{37FE077B-471A-627E-5DB1-2BDB2621B53D}"/>
          </ac:spMkLst>
        </pc:spChg>
        <pc:spChg chg="add mod">
          <ac:chgData name="Padimi Mokshagna" userId="ec5d85960bbd70ca" providerId="LiveId" clId="{03569D58-1882-496F-9E85-C4490BB1B5A3}" dt="2026-09-28T14:26:00.767" v="779" actId="255"/>
          <ac:spMkLst>
            <pc:docMk/>
            <pc:sldMk cId="1488096645" sldId="339"/>
            <ac:spMk id="8" creationId="{279F23BA-476B-B095-07F5-37373D31AF6B}"/>
          </ac:spMkLst>
        </pc:spChg>
      </pc:sldChg>
      <pc:sldChg chg="addSp modSp new mod">
        <pc:chgData name="Padimi Mokshagna" userId="ec5d85960bbd70ca" providerId="LiveId" clId="{03569D58-1882-496F-9E85-C4490BB1B5A3}" dt="2026-09-28T14:19:30.745" v="738" actId="1076"/>
        <pc:sldMkLst>
          <pc:docMk/>
          <pc:sldMk cId="1939326731" sldId="340"/>
        </pc:sldMkLst>
        <pc:spChg chg="add mod">
          <ac:chgData name="Padimi Mokshagna" userId="ec5d85960bbd70ca" providerId="LiveId" clId="{03569D58-1882-496F-9E85-C4490BB1B5A3}" dt="2026-09-28T14:19:30.745" v="738" actId="1076"/>
          <ac:spMkLst>
            <pc:docMk/>
            <pc:sldMk cId="1939326731" sldId="340"/>
            <ac:spMk id="5" creationId="{4386BB72-9B76-C040-A642-9AE1AB517825}"/>
          </ac:spMkLst>
        </pc:spChg>
        <pc:spChg chg="add mod">
          <ac:chgData name="Padimi Mokshagna" userId="ec5d85960bbd70ca" providerId="LiveId" clId="{03569D58-1882-496F-9E85-C4490BB1B5A3}" dt="2026-09-28T13:57:25.644" v="473" actId="1076"/>
          <ac:spMkLst>
            <pc:docMk/>
            <pc:sldMk cId="1939326731" sldId="340"/>
            <ac:spMk id="7" creationId="{93625B29-19E3-298D-2680-977E63B85C26}"/>
          </ac:spMkLst>
        </pc:spChg>
      </pc:sldChg>
      <pc:sldChg chg="addSp delSp modSp new mod">
        <pc:chgData name="Padimi Mokshagna" userId="ec5d85960bbd70ca" providerId="LiveId" clId="{03569D58-1882-496F-9E85-C4490BB1B5A3}" dt="2026-09-28T14:25:31.884" v="777" actId="255"/>
        <pc:sldMkLst>
          <pc:docMk/>
          <pc:sldMk cId="416287489" sldId="341"/>
        </pc:sldMkLst>
        <pc:spChg chg="add mod">
          <ac:chgData name="Padimi Mokshagna" userId="ec5d85960bbd70ca" providerId="LiveId" clId="{03569D58-1882-496F-9E85-C4490BB1B5A3}" dt="2026-09-28T14:21:46.140" v="747" actId="1076"/>
          <ac:spMkLst>
            <pc:docMk/>
            <pc:sldMk cId="416287489" sldId="341"/>
            <ac:spMk id="8" creationId="{140729DF-3E7A-F084-BBAA-8FE0521639C2}"/>
          </ac:spMkLst>
        </pc:spChg>
        <pc:spChg chg="add mod">
          <ac:chgData name="Padimi Mokshagna" userId="ec5d85960bbd70ca" providerId="LiveId" clId="{03569D58-1882-496F-9E85-C4490BB1B5A3}" dt="2026-09-28T14:22:45.584" v="759" actId="1076"/>
          <ac:spMkLst>
            <pc:docMk/>
            <pc:sldMk cId="416287489" sldId="341"/>
            <ac:spMk id="10" creationId="{E3D2ED51-7A7D-3F1B-08C0-F0A88BBDACFF}"/>
          </ac:spMkLst>
        </pc:spChg>
        <pc:spChg chg="add mod">
          <ac:chgData name="Padimi Mokshagna" userId="ec5d85960bbd70ca" providerId="LiveId" clId="{03569D58-1882-496F-9E85-C4490BB1B5A3}" dt="2026-09-28T14:25:31.884" v="777" actId="255"/>
          <ac:spMkLst>
            <pc:docMk/>
            <pc:sldMk cId="416287489" sldId="341"/>
            <ac:spMk id="11" creationId="{E6A265EE-B654-730F-15E5-49DE4396DE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185095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947988" y="2032000"/>
            <a:ext cx="9753601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5763" y="7823200"/>
            <a:ext cx="3086100" cy="6400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85095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27042-6B61-B148-8485-8BBBFAA13D2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24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27042-6B61-B148-8485-8BBBFAA13D2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78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CFA7E3-AF1E-4675-AD18-D5B679F37F4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4E6D2F1-D737-43DE-B4CE-C454EF7B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854199"/>
            <a:ext cx="9144000" cy="1655763"/>
          </a:xfrm>
        </p:spPr>
        <p:txBody>
          <a:bodyPr rtlCol="0" anchor="b"/>
          <a:lstStyle>
            <a:lvl1pPr lvl="0" algn="ctr">
              <a:defRPr lang="en-US"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2171CF1-2CD1-4848-A55A-5A508E25A32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04F51DF-EF08-4C97-A330-FD7D92F0E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lvl="0" indent="0" algn="ctr">
              <a:buNone/>
              <a:defRPr lang="en-US" sz="2400" dirty="0"/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>
            <a:extLst>
              <a:ext uri="{C1EB77FD-C848-422B-B273-451CDA41F4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682ECF-C071-4F62-8564-87ABCCA31A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C687AB22-C009-4796-A595-4B274F53E9E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9EC38CB-622C-4106-803A-85E3D547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0F4214F-3E4E-4B8B-8AC2-BF59D50B2CD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25D679E-58E0-45F1-BEFC-163C6EE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7" name="Date Placeholder 3">
            <a:extLst>
              <a:ext uri="{02364871-6258-47BB-A41D-1E9BEBD3EA9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E775BF1-9C64-4531-A7E2-730347F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23B885CB-12B0-4AB7-A523-856A576656C9}" type="datetime1">
              <a:rPr lang="en-US" smtClean="0"/>
              <a:t>10/16/2026</a:t>
            </a:fld>
            <a:endParaRPr lang="en-US" dirty="0"/>
          </a:p>
        </p:txBody>
      </p:sp>
    </p:spTree>
    <p:extLst>
      <p:ext uri="{7D129387-9967-4C73-939D-69EF041DFD9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05269A97-DC81-49F9-B896-84CAB659C6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6F5785-025F-4915-96E3-0AFF7163BC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561876"/>
            <a:ext cx="10515600" cy="4531419"/>
          </a:xfrm>
        </p:spPr>
        <p:txBody>
          <a:bodyPr rtlCol="0"/>
          <a:lstStyle>
            <a:lvl1pPr marL="457200" lvl="0" indent="0">
              <a:buNone/>
            </a:lvl1pPr>
            <a:lvl2pPr marL="914400" lvl="1" indent="0">
              <a:buNone/>
            </a:lvl2pPr>
            <a:lvl3pPr marL="1371600" lvl="2" indent="0">
              <a:buNone/>
            </a:lvl3pPr>
            <a:lvl4pPr marL="1828800" lvl="3" indent="0">
              <a:buNone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C7EE3D1E-6A2F-4B40-9445-6784FC740AC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C561F3-3431-4CB3-94B3-3A3D9CDA63D8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20F1802-9C65-458A-8FBF-F4B557FF2340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E2B100E3-D1A2-4814-971B-1F28BC986B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6403740-14DB-4D0C-AC81-1640F2592B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pic>
        <p:nvPicPr>
          <p:cNvPr id="5" name="Picture 2">
            <a:extLst>
              <a:ext uri="{DAD87817-DB1B-4DE8-BD41-41BB3E99A7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3518EA9-28E9-4397-BCB4-F5D7ABFF9E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6" name="Slide Number Placeholder 3">
            <a:extLst>
              <a:ext uri="{8B62DEED-5952-4478-9464-706CCDCB22D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265A311-D434-4806-B3C0-ED40E2B04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9359D16F-76A5-41BA-ADDD-CBF352B33DDD}" type="slidenum">
              <a:t>‹#›</a:t>
            </a:fld>
            <a:endParaRPr lang="en-US" dirty="0"/>
          </a:p>
        </p:txBody>
      </p:sp>
    </p:spTree>
    <p:extLst>
      <p:ext uri="{E791D5F0-FCE4-45B8-828D-F7D7E855498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2A124749-B5E7-4428-BF59-41C47B6A61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8CFA2DB-E1A9-463A-BC5A-35A8CCF529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E7A761B9-81CB-49B2-8BE6-983B6B07B3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471AC3-982D-4B96-9E59-D3B6F74D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E761D253-940C-44B0-8F51-8C8A37AEAF7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7A687B93-B742-4FC6-AC3F-36C63D4DF7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844C2E-6153-4C88-A824-95DE18C3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3">
            <a:extLst>
              <a:ext uri="{A59E037D-D639-4F65-9477-94A0EBCDC4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C0A76B5-951D-4394-8F2D-A4E34AC0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D9C5B093-D3DD-4808-813A-F58BF8E67773}" type="slidenum">
              <a:t>‹#›</a:t>
            </a:fld>
            <a:endParaRPr lang="en-US" dirty="0"/>
          </a:p>
        </p:txBody>
      </p:sp>
    </p:spTree>
    <p:extLst>
      <p:ext uri="{917857EF-1D39-4225-A829-037EB1D2793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48EA39CE-E158-4B2A-99CD-545B14A22D3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313CDBB-BA82-4DED-973B-07A500BC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76CEBE57-5AC2-4233-9D99-CAE469A4C85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438A3C5-0C27-48D9-9FD4-D7168630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5757E326-5F3E-43A1-830E-27FE2CE96B3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1FB99B2-34CB-4F0C-AABD-9CC4327C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B5FF2-DAF6-4310-9A1D-797D39C1E342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5" name="Footer Placeholder 4">
            <a:extLst>
              <a:ext uri="{71906065-35B4-4935-A9D1-FD668DE1E5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7A5B885-A2DA-46BA-BC42-719D5CA3E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5F2950A-B1CB-4727-AB58-367C2C82CE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979ABAE-2F0E-462F-935B-AC49E1A2F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481-3A84-418C-9FCC-1F8C2D158F80}" type="slidenum"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Char char="•"/>
        <a:defRPr lang="en-US" sz="2800" dirty="0">
          <a:solidFill>
            <a:schemeClr val="tx1"/>
          </a:solidFill>
          <a:latin typeface="+mn-lt"/>
        </a:defRPr>
      </a:lvl1pPr>
      <a:lvl2pPr marL="685800" lvl="1" indent="-228600" algn="l" rtl="0">
        <a:lnSpc>
          <a:spcPct val="90000"/>
        </a:lnSpc>
        <a:spcBef>
          <a:spcPts val="500"/>
        </a:spcBef>
        <a:buChar char="•"/>
        <a:defRPr lang="en-US" sz="2400" dirty="0">
          <a:solidFill>
            <a:schemeClr val="tx1"/>
          </a:solidFill>
          <a:latin typeface="+mn-lt"/>
        </a:defRPr>
      </a:lvl2pPr>
      <a:lvl3pPr marL="1143000" lvl="2" indent="-228600" algn="l" rtl="0">
        <a:lnSpc>
          <a:spcPct val="90000"/>
        </a:lnSpc>
        <a:spcBef>
          <a:spcPts val="500"/>
        </a:spcBef>
        <a:buChar char="•"/>
        <a:defRPr lang="en-US" sz="2000" dirty="0">
          <a:solidFill>
            <a:schemeClr val="tx1"/>
          </a:solidFill>
          <a:latin typeface="+mn-lt"/>
        </a:defRPr>
      </a:lvl3pPr>
      <a:lvl4pPr marL="1600200" lvl="3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4pPr>
      <a:lvl5pPr marL="2057400" lvl="4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5pPr>
      <a:lvl6pPr marL="2514600" lvl="5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173A155-D39B-4A4B-8D04-AEDF7C7451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5635022-F8A5-4229-B18F-290C3D3C64FB}"/>
              </a:ext>
            </a:extLst>
          </p:cNvPr>
          <p:cNvSpPr txBox="1"/>
          <p:nvPr/>
        </p:nvSpPr>
        <p:spPr>
          <a:xfrm>
            <a:off x="372374" y="1580118"/>
            <a:ext cx="10696612" cy="1944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4000" dirty="0">
              <a:solidFill>
                <a:srgbClr val="00B050"/>
              </a:solidFill>
              <a:latin typeface="Arial Rounded MT Bold"/>
            </a:endParaRPr>
          </a:p>
        </p:txBody>
      </p:sp>
      <p:sp>
        <p:nvSpPr>
          <p:cNvPr id="3" name="Title 1">
            <a:extLst>
              <a:ext uri="{64856C8F-7DB4-4507-9010-97CF4AE55C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2140DA9-F832-465D-86DE-FEB6803F3756}"/>
              </a:ext>
            </a:extLst>
          </p:cNvPr>
          <p:cNvSpPr txBox="1"/>
          <p:nvPr/>
        </p:nvSpPr>
        <p:spPr>
          <a:xfrm>
            <a:off x="914400" y="2705950"/>
            <a:ext cx="11484322" cy="13794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IN" sz="4800" b="1" dirty="0">
                <a:solidFill>
                  <a:schemeClr val="accent2"/>
                </a:solidFill>
                <a:latin typeface="Maiandra GD" panose="020E0502030308020204" pitchFamily="34" charset="0"/>
                <a:ea typeface="NSimSun" panose="02010609030101010101" pitchFamily="49" charset="-122"/>
              </a:rPr>
              <a:t>Quiz Game System</a:t>
            </a:r>
            <a:endParaRPr lang="en-IN" sz="4800" dirty="0">
              <a:solidFill>
                <a:schemeClr val="accent2"/>
              </a:solidFill>
              <a:latin typeface="Maiandra GD" panose="020E0502030308020204" pitchFamily="34" charset="0"/>
              <a:ea typeface="NSimSun" panose="02010609030101010101" pitchFamily="49" charset="-122"/>
            </a:endParaRPr>
          </a:p>
          <a:p>
            <a:r>
              <a:rPr lang="en-IN" sz="2800" b="1" dirty="0"/>
              <a:t>                            </a:t>
            </a:r>
            <a:r>
              <a:rPr lang="en-IN" sz="2400" b="1" dirty="0"/>
              <a:t>PBL Course Name:</a:t>
            </a:r>
            <a:r>
              <a:rPr lang="en-IN" sz="2400" dirty="0"/>
              <a:t> </a:t>
            </a:r>
            <a:r>
              <a:rPr lang="en-IN" sz="2400" dirty="0">
                <a:latin typeface="Gabriola" panose="04040605051002020D02" pitchFamily="82" charset="0"/>
              </a:rPr>
              <a:t>Object Oriented Programming through C++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IN" sz="2400" dirty="0">
              <a:solidFill>
                <a:srgbClr val="C00000"/>
              </a:solidFill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2800" dirty="0">
              <a:solidFill>
                <a:srgbClr val="C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2A8C70-3A77-94EC-FC3D-FDF5B598157E}"/>
              </a:ext>
              <a:ext uri="{20663F85-F48B-43E1-96BA-3B1BE53937F7}">
                <a16:creationId xmlns:lc="http://schemas.openxmlformats.org/drawingml/2006/lockedCanvas"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082DE41-6288-42A5-A437-B3C890B5FD67}"/>
              </a:ext>
            </a:extLst>
          </p:cNvPr>
          <p:cNvSpPr txBox="1"/>
          <p:nvPr/>
        </p:nvSpPr>
        <p:spPr>
          <a:xfrm>
            <a:off x="1715362" y="2895555"/>
            <a:ext cx="10696612" cy="24831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lvl="0" algn="l" rtl="0">
              <a:defRPr lang="en-US" sz="1800" dirty="0">
                <a:solidFill>
                  <a:schemeClr val="tx1"/>
                </a:solidFill>
                <a:latin typeface="+mn-lt"/>
              </a:defRPr>
            </a:lvl1pPr>
            <a:lvl2pPr marL="457200" lvl="1" algn="l" rtl="0">
              <a:defRPr lang="en-US" sz="1800" dirty="0">
                <a:solidFill>
                  <a:schemeClr val="tx1"/>
                </a:solidFill>
                <a:latin typeface="+mn-lt"/>
              </a:defRPr>
            </a:lvl2pPr>
            <a:lvl3pPr marL="914400" lvl="2" algn="l" rtl="0">
              <a:defRPr lang="en-US" sz="1800" dirty="0">
                <a:solidFill>
                  <a:schemeClr val="tx1"/>
                </a:solidFill>
                <a:latin typeface="+mn-lt"/>
              </a:defRPr>
            </a:lvl3pPr>
            <a:lvl4pPr marL="1371600" lvl="3" algn="l" rtl="0">
              <a:defRPr lang="en-US" sz="1800" dirty="0">
                <a:solidFill>
                  <a:schemeClr val="tx1"/>
                </a:solidFill>
                <a:latin typeface="+mn-lt"/>
              </a:defRPr>
            </a:lvl4pPr>
            <a:lvl5pPr marL="1828800" lvl="4" algn="l" rtl="0">
              <a:defRPr lang="en-US" sz="1800" dirty="0">
                <a:solidFill>
                  <a:schemeClr val="tx1"/>
                </a:solidFill>
                <a:latin typeface="+mn-lt"/>
              </a:defRPr>
            </a:lvl5pPr>
            <a:lvl6pPr marL="2286000" lvl="5" algn="l" rtl="0">
              <a:defRPr lang="en-US" sz="1800" dirty="0">
                <a:solidFill>
                  <a:schemeClr val="tx1"/>
                </a:solidFill>
                <a:latin typeface="+mn-lt"/>
              </a:defRPr>
            </a:lvl6pPr>
            <a:lvl7pPr marL="2743200" lvl="6" algn="l" rtl="0">
              <a:defRPr lang="en-US" sz="1800" dirty="0">
                <a:solidFill>
                  <a:schemeClr val="tx1"/>
                </a:solidFill>
                <a:latin typeface="+mn-lt"/>
              </a:defRPr>
            </a:lvl7pPr>
            <a:lvl8pPr marL="3200400" lvl="7" algn="l" rtl="0">
              <a:defRPr lang="en-US" sz="1800" dirty="0">
                <a:solidFill>
                  <a:schemeClr val="tx1"/>
                </a:solidFill>
                <a:latin typeface="+mn-lt"/>
              </a:defRPr>
            </a:lvl8pPr>
            <a:lvl9pPr marL="3657600" lvl="8" algn="l" rtl="0">
              <a:defRPr lang="en-US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N.AKHILA,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  			</a:t>
            </a: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AIML DEPTARTMENT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F159A1-205A-9A84-5F29-BAC09BFFE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214480"/>
              </p:ext>
            </p:extLst>
          </p:nvPr>
        </p:nvGraphicFramePr>
        <p:xfrm>
          <a:off x="6869832" y="4344241"/>
          <a:ext cx="4927600" cy="13794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65244">
                  <a:extLst>
                    <a:ext uri="{9D8B030D-6E8A-4147-A177-3AD203B41FA5}">
                      <a16:colId xmlns:a16="http://schemas.microsoft.com/office/drawing/2014/main" val="4008646060"/>
                    </a:ext>
                  </a:extLst>
                </a:gridCol>
                <a:gridCol w="3462356">
                  <a:extLst>
                    <a:ext uri="{9D8B030D-6E8A-4147-A177-3AD203B41FA5}">
                      <a16:colId xmlns:a16="http://schemas.microsoft.com/office/drawing/2014/main" val="4177372121"/>
                    </a:ext>
                  </a:extLst>
                </a:gridCol>
              </a:tblGrid>
              <a:tr h="3448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25B11AI871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PADIMI MOKSHAGNA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4029920218"/>
                  </a:ext>
                </a:extLst>
              </a:tr>
              <a:tr h="3448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26B21AI037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ALLADA RAM CHARAN TEJA</a:t>
                      </a:r>
                      <a:endParaRPr lang="en-IN" sz="12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060361553"/>
                  </a:ext>
                </a:extLst>
              </a:tr>
              <a:tr h="3448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25B11AIC29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VANAMADI RAMA VENKATA PAVAN</a:t>
                      </a:r>
                      <a:endParaRPr lang="en-IN" sz="12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251409142"/>
                  </a:ext>
                </a:extLst>
              </a:tr>
              <a:tr h="3448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26B21AI764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MUDAVATHU MAHESH</a:t>
                      </a:r>
                      <a:endParaRPr lang="en-IN" sz="12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8461126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2AAE4E8-9CFA-A41D-DCA5-3FD9B3D70BE9}"/>
              </a:ext>
            </a:extLst>
          </p:cNvPr>
          <p:cNvSpPr txBox="1"/>
          <p:nvPr/>
        </p:nvSpPr>
        <p:spPr>
          <a:xfrm flipH="1">
            <a:off x="6627669" y="3828145"/>
            <a:ext cx="2362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EB3B36-6165-B838-D5F1-1ABAB03166D7}"/>
              </a:ext>
            </a:extLst>
          </p:cNvPr>
          <p:cNvSpPr txBox="1"/>
          <p:nvPr/>
        </p:nvSpPr>
        <p:spPr>
          <a:xfrm>
            <a:off x="1371600" y="3846541"/>
            <a:ext cx="3280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dirty="0"/>
          </a:p>
        </p:txBody>
      </p:sp>
    </p:spTree>
    <p:extLst>
      <p:ext uri="{59DB2955-81A9-4330-9517-4CB607EFC6F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0E2716-7AE7-33EE-ABAE-1721E4D8FDDB}"/>
              </a:ext>
            </a:extLst>
          </p:cNvPr>
          <p:cNvSpPr/>
          <p:nvPr/>
        </p:nvSpPr>
        <p:spPr>
          <a:xfrm>
            <a:off x="4267200" y="433845"/>
            <a:ext cx="4495800" cy="55675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611154" y="1095565"/>
            <a:ext cx="4800600" cy="5078533"/>
          </a:xfrm>
        </p:spPr>
        <p:txBody>
          <a:bodyPr>
            <a:noAutofit/>
          </a:bodyPr>
          <a:lstStyle/>
          <a:p>
            <a:pPr marL="8001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Abstract</a:t>
            </a:r>
          </a:p>
          <a:p>
            <a:pPr marL="8001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Introduction</a:t>
            </a:r>
          </a:p>
          <a:p>
            <a:pPr marL="8001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Problem Statement</a:t>
            </a:r>
          </a:p>
          <a:p>
            <a:pPr marL="8001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Objectives</a:t>
            </a:r>
          </a:p>
          <a:p>
            <a:pPr marL="8001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Novelty of the Project</a:t>
            </a:r>
          </a:p>
          <a:p>
            <a:pPr marL="8001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Modules and Functions</a:t>
            </a:r>
          </a:p>
          <a:p>
            <a:pPr marL="8001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Implementation</a:t>
            </a:r>
          </a:p>
          <a:p>
            <a:pPr marL="8001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Californian FB" panose="0207040306080B030204" pitchFamily="18" charset="0"/>
            </a:endParaRPr>
          </a:p>
          <a:p>
            <a:pPr marL="800100" lvl="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2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10000" y="420593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chemeClr val="bg1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Contents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603FF0-9C9E-B4F2-82CA-DB0B07D3CD64}"/>
              </a:ext>
            </a:extLst>
          </p:cNvPr>
          <p:cNvSpPr txBox="1"/>
          <p:nvPr/>
        </p:nvSpPr>
        <p:spPr>
          <a:xfrm>
            <a:off x="6868954" y="935276"/>
            <a:ext cx="4054337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C++ Concepts Used</a:t>
            </a:r>
          </a:p>
          <a:p>
            <a:pPr marL="285750" lvl="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Inputs</a:t>
            </a:r>
          </a:p>
          <a:p>
            <a:pPr marL="285750" lvl="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Expected Outputs</a:t>
            </a:r>
          </a:p>
          <a:p>
            <a:pPr marL="285750" lvl="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Flowchart</a:t>
            </a:r>
          </a:p>
          <a:p>
            <a:pPr marL="285750" lvl="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Team Contribution</a:t>
            </a:r>
          </a:p>
          <a:p>
            <a:pPr marL="285750" lvl="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Conclusion</a:t>
            </a:r>
          </a:p>
          <a:p>
            <a:pPr marL="285750" lvl="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5E405E1-EE0B-F453-24D9-8536DED8CB0B}"/>
              </a:ext>
            </a:extLst>
          </p:cNvPr>
          <p:cNvSpPr/>
          <p:nvPr/>
        </p:nvSpPr>
        <p:spPr>
          <a:xfrm>
            <a:off x="4267200" y="433845"/>
            <a:ext cx="4495800" cy="55675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95400" y="1562902"/>
            <a:ext cx="11115600" cy="4793447"/>
          </a:xfrm>
        </p:spPr>
        <p:txBody>
          <a:bodyPr>
            <a:normAutofit fontScale="92500" lnSpcReduction="10000"/>
          </a:bodyPr>
          <a:lstStyle/>
          <a:p>
            <a:r>
              <a:rPr lang="en-IN" sz="2400" dirty="0">
                <a:latin typeface="Californian FB" panose="0207040306080B030204" pitchFamily="18" charset="0"/>
              </a:rPr>
              <a:t>The </a:t>
            </a:r>
            <a:r>
              <a:rPr lang="en-IN" sz="2400" b="1" dirty="0">
                <a:latin typeface="Californian FB" panose="0207040306080B030204" pitchFamily="18" charset="0"/>
              </a:rPr>
              <a:t>Quiz Game System </a:t>
            </a:r>
            <a:r>
              <a:rPr lang="en-IN" sz="2400" dirty="0">
                <a:latin typeface="Californian FB" panose="0207040306080B030204" pitchFamily="18" charset="0"/>
              </a:rPr>
              <a:t>is a simple C++ application designed to conduct quizzes efficiently.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fornian FB" panose="0207040306080B030204" pitchFamily="18" charset="0"/>
              </a:rPr>
              <a:t>Allows users to enter their name.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fornian FB" panose="0207040306080B030204" pitchFamily="18" charset="0"/>
              </a:rPr>
              <a:t>Provides different quiz topics.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fornian FB" panose="0207040306080B030204" pitchFamily="18" charset="0"/>
              </a:rPr>
              <a:t>Displays multiple-choice questions with four options.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fornian FB" panose="0207040306080B030204" pitchFamily="18" charset="0"/>
              </a:rPr>
              <a:t>Automatically checks the selected answers.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fornian FB" panose="0207040306080B030204" pitchFamily="18" charset="0"/>
              </a:rPr>
              <a:t>Calculates the score, percentage and grade.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fornian FB" panose="0207040306080B030204" pitchFamily="18" charset="0"/>
              </a:rPr>
              <a:t>Provides immediate quiz results.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fornian FB" panose="0207040306080B030204" pitchFamily="18" charset="0"/>
              </a:rPr>
              <a:t>Uses file handling to store and manage quiz questions.</a:t>
            </a:r>
          </a:p>
          <a:p>
            <a:pPr algn="just">
              <a:lnSpc>
                <a:spcPct val="150000"/>
              </a:lnSpc>
            </a:pPr>
            <a:endParaRPr lang="en-IN" b="0" dirty="0">
              <a:latin typeface="Californian FB" panose="0207040306080B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3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chemeClr val="bg1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Project Abstract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E4BBB3-41E5-D01E-D539-6BA2EDD4D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D253-940C-44B0-8F51-8C8A37AEAF7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237E2F-A977-344F-2032-188031704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5CDF6-2C6A-F8E7-81A1-4D92B312F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5B093-D3DD-4808-813A-F58BF8E67773}" type="slidenum">
              <a:rPr lang="en-IN" smtClean="0"/>
              <a:t>4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D0736E-1E0D-7FD6-53E9-335F8413B5B6}"/>
              </a:ext>
            </a:extLst>
          </p:cNvPr>
          <p:cNvSpPr txBox="1"/>
          <p:nvPr/>
        </p:nvSpPr>
        <p:spPr>
          <a:xfrm>
            <a:off x="38862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chemeClr val="bg1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Project Abstract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6DDAEA-3CD2-7A66-BA89-7ACA52A3F938}"/>
              </a:ext>
            </a:extLst>
          </p:cNvPr>
          <p:cNvSpPr txBox="1"/>
          <p:nvPr/>
        </p:nvSpPr>
        <p:spPr>
          <a:xfrm>
            <a:off x="4038600" y="5862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chemeClr val="bg1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Project Abstract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05E46-F5B9-CC0D-9B53-0009E5DE35F3}"/>
              </a:ext>
            </a:extLst>
          </p:cNvPr>
          <p:cNvSpPr txBox="1"/>
          <p:nvPr/>
        </p:nvSpPr>
        <p:spPr>
          <a:xfrm>
            <a:off x="4191000" y="7386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chemeClr val="bg1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Project Abstract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3A90606-2AFE-3CFA-36AE-478FDAA9C459}"/>
              </a:ext>
            </a:extLst>
          </p:cNvPr>
          <p:cNvSpPr/>
          <p:nvPr/>
        </p:nvSpPr>
        <p:spPr>
          <a:xfrm>
            <a:off x="4267200" y="433845"/>
            <a:ext cx="4495800" cy="55675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Maiandra GD" panose="020E0502030308020204" pitchFamily="34" charset="0"/>
              </a:rPr>
              <a:t>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830D7-1055-5A88-022B-D6F8392E84EF}"/>
              </a:ext>
            </a:extLst>
          </p:cNvPr>
          <p:cNvSpPr txBox="1"/>
          <p:nvPr/>
        </p:nvSpPr>
        <p:spPr>
          <a:xfrm>
            <a:off x="1259650" y="1552765"/>
            <a:ext cx="104764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Quizzes are commonly used to test knowledge and understanding.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Manual quiz evaluation can take more time and effort.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A computerized quiz system can automate question display and answer evaluation.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This project provides a simple menu-driven C++ application.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Users can select a topic and answer multiple-choice questions.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The system demonstrates practical use of Object-Oriented Programming concepts.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3052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95400" y="1093597"/>
            <a:ext cx="10515600" cy="5060950"/>
          </a:xfrm>
        </p:spPr>
        <p:txBody>
          <a:bodyPr>
            <a:normAutofit lnSpcReduction="10000"/>
          </a:bodyPr>
          <a:lstStyle/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lvl="1">
              <a:lnSpc>
                <a:spcPct val="150000"/>
              </a:lnSpc>
            </a:pPr>
            <a:r>
              <a:rPr lang="en-IN" sz="2000" dirty="0">
                <a:latin typeface="Californian FB" panose="0207040306080B030204" pitchFamily="18" charset="0"/>
                <a:cs typeface="Times New Roman" panose="02020603050405020304" pitchFamily="18" charset="0"/>
              </a:rPr>
              <a:t>Traditional quizzes often require manual question management, answer checking, and score calculation. This can be time-consuming and may lead to errors in evaluation. A simple computerized quiz system can automate these tasks and provide instant results.</a:t>
            </a:r>
          </a:p>
          <a:p>
            <a:pPr marL="457200" lvl="1"/>
            <a:endParaRPr lang="en-IN" sz="2000" dirty="0">
              <a:latin typeface="Californian FB" panose="0207040306080B030204" pitchFamily="18" charset="0"/>
              <a:cs typeface="Times New Roman" panose="02020603050405020304" pitchFamily="18" charset="0"/>
            </a:endParaRP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IN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  <a:cs typeface="Times New Roman" panose="02020603050405020304" pitchFamily="18" charset="0"/>
              </a:rPr>
              <a:t>Develop an interactive quiz application using C++.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  <a:cs typeface="Times New Roman" panose="02020603050405020304" pitchFamily="18" charset="0"/>
              </a:rPr>
              <a:t>Allow users to select different quiz topics.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  <a:cs typeface="Times New Roman" panose="02020603050405020304" pitchFamily="18" charset="0"/>
              </a:rPr>
              <a:t>Display multiple-choice questions with four options.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  <a:cs typeface="Times New Roman" panose="02020603050405020304" pitchFamily="18" charset="0"/>
              </a:rPr>
              <a:t>Automatically check answers and calculate scores.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  <a:cs typeface="Times New Roman" panose="02020603050405020304" pitchFamily="18" charset="0"/>
              </a:rPr>
              <a:t>Display percentage, grade, and performance.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  <a:cs typeface="Times New Roman" panose="02020603050405020304" pitchFamily="18" charset="0"/>
              </a:rPr>
              <a:t>Provide a simple and user-friendly console interface</a:t>
            </a:r>
            <a:r>
              <a:rPr lang="en-IN" sz="2400" dirty="0">
                <a:latin typeface="Californian FB" panose="0207040306080B030204" pitchFamily="18" charset="0"/>
              </a:rPr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5</a:t>
            </a:fld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680EA7-B55A-D5EC-4E0C-A515E9B467F2}"/>
              </a:ext>
            </a:extLst>
          </p:cNvPr>
          <p:cNvSpPr/>
          <p:nvPr/>
        </p:nvSpPr>
        <p:spPr>
          <a:xfrm>
            <a:off x="3124200" y="433845"/>
            <a:ext cx="5943600" cy="55675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chemeClr val="bg1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Problem Statement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43ECC2-5D7B-8F7E-8AB3-DFEF0C9E4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D253-940C-44B0-8F51-8C8A37AEAF7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43487C-E89C-3F30-EDBE-19D7D4F8C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2D7D3-19FF-E88D-F1F1-E80FDF7DA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5B093-D3DD-4808-813A-F58BF8E67773}" type="slidenum">
              <a:rPr lang="en-IN" smtClean="0"/>
              <a:t>6</a:t>
            </a:fld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655548-BD49-5DDE-DF5F-D821A538B1FD}"/>
              </a:ext>
            </a:extLst>
          </p:cNvPr>
          <p:cNvSpPr/>
          <p:nvPr/>
        </p:nvSpPr>
        <p:spPr>
          <a:xfrm>
            <a:off x="3124200" y="433845"/>
            <a:ext cx="5943600" cy="55675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Maiandra GD" panose="020E0502030308020204" pitchFamily="34" charset="0"/>
              </a:rPr>
              <a:t>Novelty Of The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FDCF3-892A-1488-6F32-55BF112C3EFE}"/>
              </a:ext>
            </a:extLst>
          </p:cNvPr>
          <p:cNvSpPr txBox="1"/>
          <p:nvPr/>
        </p:nvSpPr>
        <p:spPr>
          <a:xfrm>
            <a:off x="1093304" y="1125743"/>
            <a:ext cx="10412896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Maiandra GD" panose="020E0502030308020204" pitchFamily="34" charset="0"/>
              </a:rPr>
              <a:t>Simple and easy-to-use menu-driven interface.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Maiandra GD" panose="020E0502030308020204" pitchFamily="34" charset="0"/>
              </a:rPr>
              <a:t>Questions are stored separately in a CSV question bank.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Maiandra GD" panose="020E0502030308020204" pitchFamily="34" charset="0"/>
              </a:rPr>
              <a:t>New questions can be added without modifying the main C++ program.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Maiandra GD" panose="020E0502030308020204" pitchFamily="34" charset="0"/>
              </a:rPr>
              <a:t>Users can select the quiz topic before starting.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Maiandra GD" panose="020E0502030308020204" pitchFamily="34" charset="0"/>
              </a:rPr>
              <a:t>Answers are automatically validated.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Maiandra GD" panose="020E0502030308020204" pitchFamily="34" charset="0"/>
              </a:rPr>
              <a:t>Score, percentage and grade are calculated instantly.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Maiandra GD" panose="020E0502030308020204" pitchFamily="34" charset="0"/>
              </a:rPr>
              <a:t>Invalid answer choices are handled through input validation.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Maiandra GD" panose="020E0502030308020204" pitchFamily="34" charset="0"/>
              </a:rPr>
              <a:t>Users can play the quiz again with another topic.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9958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4421CA-FEAA-18E0-EA0E-FC776E98C018}"/>
              </a:ext>
            </a:extLst>
          </p:cNvPr>
          <p:cNvSpPr/>
          <p:nvPr/>
        </p:nvSpPr>
        <p:spPr>
          <a:xfrm>
            <a:off x="3429000" y="433845"/>
            <a:ext cx="5334000" cy="55675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39418" y="1379587"/>
            <a:ext cx="5791200" cy="4531419"/>
          </a:xfrm>
        </p:spPr>
        <p:txBody>
          <a:bodyPr>
            <a:normAutofit/>
          </a:bodyPr>
          <a:lstStyle/>
          <a:p>
            <a:pPr marL="8001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lifornian FB" panose="0207040306080B030204" pitchFamily="18" charset="0"/>
              </a:rPr>
              <a:t>Player Module</a:t>
            </a:r>
          </a:p>
          <a:p>
            <a:r>
              <a:rPr lang="en-IN" sz="2200" dirty="0">
                <a:latin typeface="Californian FB" panose="0207040306080B030204" pitchFamily="18" charset="0"/>
              </a:rPr>
              <a:t>getPlayerName() </a:t>
            </a:r>
          </a:p>
          <a:p>
            <a:pPr lvl="0"/>
            <a:r>
              <a:rPr lang="en-IN" sz="2200" dirty="0">
                <a:latin typeface="Californian FB" panose="0207040306080B030204" pitchFamily="18" charset="0"/>
              </a:rPr>
              <a:t>Accepts and manages the player's name.</a:t>
            </a:r>
          </a:p>
          <a:p>
            <a:pPr marL="8001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lifornian FB" panose="0207040306080B030204" pitchFamily="18" charset="0"/>
              </a:rPr>
              <a:t>Topic Selection Module</a:t>
            </a:r>
          </a:p>
          <a:p>
            <a:r>
              <a:rPr lang="en-IN" sz="2200" dirty="0">
                <a:latin typeface="Californian FB" panose="0207040306080B030204" pitchFamily="18" charset="0"/>
              </a:rPr>
              <a:t>selectTopic() </a:t>
            </a:r>
          </a:p>
          <a:p>
            <a:pPr lvl="0"/>
            <a:r>
              <a:rPr lang="en-IN" sz="2200" dirty="0">
                <a:latin typeface="Californian FB" panose="0207040306080B030204" pitchFamily="18" charset="0"/>
              </a:rPr>
              <a:t>Allows the user to select a quiz topic.</a:t>
            </a:r>
          </a:p>
          <a:p>
            <a:pPr marL="8001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lifornian FB" panose="0207040306080B030204" pitchFamily="18" charset="0"/>
              </a:rPr>
              <a:t>Question Bank Module</a:t>
            </a:r>
          </a:p>
          <a:p>
            <a:r>
              <a:rPr lang="en-IN" sz="2200" dirty="0">
                <a:latin typeface="Californian FB" panose="0207040306080B030204" pitchFamily="18" charset="0"/>
              </a:rPr>
              <a:t>loadQuestions() </a:t>
            </a:r>
          </a:p>
          <a:p>
            <a:pPr lvl="0"/>
            <a:r>
              <a:rPr lang="en-IN" sz="2200" dirty="0">
                <a:latin typeface="Californian FB" panose="0207040306080B030204" pitchFamily="18" charset="0"/>
              </a:rPr>
              <a:t>Reads questions from the CSV file.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7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chemeClr val="bg1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Planned Modules / Functions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41BEA1-1CA5-5BB0-9052-7946C27EC9A1}"/>
              </a:ext>
            </a:extLst>
          </p:cNvPr>
          <p:cNvSpPr txBox="1"/>
          <p:nvPr/>
        </p:nvSpPr>
        <p:spPr>
          <a:xfrm>
            <a:off x="6367671" y="1384719"/>
            <a:ext cx="5333999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lifornian FB" panose="0207040306080B030204" pitchFamily="18" charset="0"/>
              </a:rPr>
              <a:t>Quiz Module</a:t>
            </a:r>
          </a:p>
          <a:p>
            <a:r>
              <a:rPr lang="en-IN" sz="2200" dirty="0">
                <a:latin typeface="Californian FB" panose="0207040306080B030204" pitchFamily="18" charset="0"/>
              </a:rPr>
              <a:t>startQuiz() </a:t>
            </a:r>
          </a:p>
          <a:p>
            <a:pPr lvl="0"/>
            <a:r>
              <a:rPr lang="en-IN" sz="2200" dirty="0">
                <a:latin typeface="Californian FB" panose="0207040306080B030204" pitchFamily="18" charset="0"/>
              </a:rPr>
              <a:t>Displays questions and accepts answers.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lifornian FB" panose="0207040306080B030204" pitchFamily="18" charset="0"/>
              </a:rPr>
              <a:t>Answer Evaluation Module</a:t>
            </a:r>
          </a:p>
          <a:p>
            <a:pPr lvl="0"/>
            <a:r>
              <a:rPr lang="en-IN" sz="2200" dirty="0">
                <a:latin typeface="Californian FB" panose="0207040306080B030204" pitchFamily="18" charset="0"/>
              </a:rPr>
              <a:t>Checks the selected answer.</a:t>
            </a:r>
          </a:p>
          <a:p>
            <a:pPr lvl="0"/>
            <a:r>
              <a:rPr lang="en-IN" sz="2200" dirty="0">
                <a:latin typeface="Californian FB" panose="0207040306080B030204" pitchFamily="18" charset="0"/>
              </a:rPr>
              <a:t>Updates the score.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lifornian FB" panose="0207040306080B030204" pitchFamily="18" charset="0"/>
              </a:rPr>
              <a:t>Result Module</a:t>
            </a:r>
          </a:p>
          <a:p>
            <a:pPr lvl="0"/>
            <a:r>
              <a:rPr lang="en-IN" sz="2200" dirty="0">
                <a:latin typeface="Californian FB" panose="0207040306080B030204" pitchFamily="18" charset="0"/>
              </a:rPr>
              <a:t>Calculates percentage.</a:t>
            </a:r>
          </a:p>
          <a:p>
            <a:pPr lvl="0"/>
            <a:r>
              <a:rPr lang="en-IN" sz="2200" dirty="0">
                <a:latin typeface="Californian FB" panose="0207040306080B030204" pitchFamily="18" charset="0"/>
              </a:rPr>
              <a:t>Assigns grade.</a:t>
            </a:r>
          </a:p>
          <a:p>
            <a:pPr lvl="0"/>
            <a:r>
              <a:rPr lang="en-IN" sz="2200" dirty="0">
                <a:latin typeface="Californian FB" panose="0207040306080B030204" pitchFamily="18" charset="0"/>
              </a:rPr>
              <a:t>Displays final performance.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lifornian FB" panose="0207040306080B030204" pitchFamily="18" charset="0"/>
              </a:rPr>
              <a:t>File Handling Module</a:t>
            </a:r>
          </a:p>
          <a:p>
            <a:pPr lvl="0"/>
            <a:r>
              <a:rPr lang="en-IN" sz="2200" dirty="0">
                <a:latin typeface="Californian FB" panose="0207040306080B030204" pitchFamily="18" charset="0"/>
              </a:rPr>
              <a:t>Reads quiz questions from the CSV file.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43E97-BF95-33D8-894B-36B32197E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D253-940C-44B0-8F51-8C8A37AEAF7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07968-9109-AB0D-93BF-CA5FB0E4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2F97B-723E-A934-AC11-E141A3BB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5B093-D3DD-4808-813A-F58BF8E67773}" type="slidenum">
              <a:rPr lang="en-IN" smtClean="0"/>
              <a:t>8</a:t>
            </a:fld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1B20A9-C31C-6FE9-8381-5BB3FDE313DA}"/>
              </a:ext>
            </a:extLst>
          </p:cNvPr>
          <p:cNvSpPr/>
          <p:nvPr/>
        </p:nvSpPr>
        <p:spPr>
          <a:xfrm>
            <a:off x="3429000" y="433845"/>
            <a:ext cx="5334000" cy="55675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A7F565-7340-95DE-C8DA-9043B9E5C0F6}"/>
              </a:ext>
            </a:extLst>
          </p:cNvPr>
          <p:cNvSpPr txBox="1"/>
          <p:nvPr/>
        </p:nvSpPr>
        <p:spPr>
          <a:xfrm>
            <a:off x="4267200" y="407341"/>
            <a:ext cx="42322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Maiandra GD" panose="020E0502030308020204" pitchFamily="34" charset="0"/>
              </a:rPr>
              <a:t>Implementation</a:t>
            </a:r>
            <a:endParaRPr lang="en-IN" sz="2400" b="1" dirty="0">
              <a:solidFill>
                <a:schemeClr val="bg1"/>
              </a:solidFill>
              <a:latin typeface="Maiandra GD" panose="020E0502030308020204" pitchFamily="34" charset="0"/>
            </a:endParaRP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B4CBE3-CAD4-419E-38C8-5589A2E0E232}"/>
              </a:ext>
            </a:extLst>
          </p:cNvPr>
          <p:cNvSpPr txBox="1"/>
          <p:nvPr/>
        </p:nvSpPr>
        <p:spPr>
          <a:xfrm>
            <a:off x="692087" y="1386640"/>
            <a:ext cx="69127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Developed using </a:t>
            </a:r>
            <a:r>
              <a:rPr lang="en-IN" sz="2000" b="1" dirty="0">
                <a:latin typeface="Californian FB" panose="0207040306080B030204" pitchFamily="18" charset="0"/>
              </a:rPr>
              <a:t>C++</a:t>
            </a:r>
            <a:r>
              <a:rPr lang="en-IN" sz="2000" dirty="0">
                <a:latin typeface="Californian FB" panose="0207040306080B0302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Uses a Question structure to store question details.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Questions are stored in an external </a:t>
            </a:r>
            <a:r>
              <a:rPr lang="en-IN" sz="2000" b="1" dirty="0">
                <a:latin typeface="Californian FB" panose="0207040306080B030204" pitchFamily="18" charset="0"/>
              </a:rPr>
              <a:t>CSV file</a:t>
            </a:r>
            <a:r>
              <a:rPr lang="en-IN" sz="2000" dirty="0">
                <a:latin typeface="Californian FB" panose="0207040306080B0302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ifstream is used to read the question file.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stringstream is used to process each question record.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vector stores multiple question objects.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A menu-driven main() function controls the system.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Input validation is used for topic and answer selection.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fornian FB" panose="0207040306080B030204" pitchFamily="18" charset="0"/>
              </a:rPr>
              <a:t>The quiz calculates score and percentage automatically</a:t>
            </a:r>
            <a:r>
              <a:rPr lang="en-IN" sz="1600" dirty="0"/>
              <a:t>.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EC02CE-1F9B-8361-B887-A7350D9A2972}"/>
              </a:ext>
            </a:extLst>
          </p:cNvPr>
          <p:cNvSpPr txBox="1"/>
          <p:nvPr/>
        </p:nvSpPr>
        <p:spPr>
          <a:xfrm>
            <a:off x="7604855" y="1447800"/>
            <a:ext cx="3674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lifornian FB" panose="0207040306080B030204" pitchFamily="18" charset="0"/>
              </a:rPr>
              <a:t>Question Data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3FC3F6-7542-38AC-B721-4B37383839F0}"/>
              </a:ext>
            </a:extLst>
          </p:cNvPr>
          <p:cNvSpPr txBox="1"/>
          <p:nvPr/>
        </p:nvSpPr>
        <p:spPr>
          <a:xfrm>
            <a:off x="8110939" y="1971962"/>
            <a:ext cx="2628798" cy="3374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Californian FB" panose="0207040306080B030204" pitchFamily="18" charset="0"/>
              </a:rPr>
              <a:t>Each question contains: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alifornian FB" panose="0207040306080B030204" pitchFamily="18" charset="0"/>
              </a:rPr>
              <a:t>Topic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alifornian FB" panose="0207040306080B030204" pitchFamily="18" charset="0"/>
              </a:rPr>
              <a:t>Question text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alifornian FB" panose="0207040306080B030204" pitchFamily="18" charset="0"/>
              </a:rPr>
              <a:t>Option 1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alifornian FB" panose="0207040306080B030204" pitchFamily="18" charset="0"/>
              </a:rPr>
              <a:t>Option 2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alifornian FB" panose="0207040306080B030204" pitchFamily="18" charset="0"/>
              </a:rPr>
              <a:t>Option 3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alifornian FB" panose="0207040306080B030204" pitchFamily="18" charset="0"/>
              </a:rPr>
              <a:t>Option 4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alifornian FB" panose="0207040306080B030204" pitchFamily="18" charset="0"/>
              </a:rPr>
              <a:t>Correct answer</a:t>
            </a:r>
          </a:p>
        </p:txBody>
      </p:sp>
    </p:spTree>
    <p:extLst>
      <p:ext uri="{BB962C8B-B14F-4D97-AF65-F5344CB8AC3E}">
        <p14:creationId xmlns:p14="http://schemas.microsoft.com/office/powerpoint/2010/main" val="38757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9076B5-5444-1875-1A7F-544222C878C5}"/>
              </a:ext>
            </a:extLst>
          </p:cNvPr>
          <p:cNvSpPr/>
          <p:nvPr/>
        </p:nvSpPr>
        <p:spPr>
          <a:xfrm>
            <a:off x="4267200" y="433845"/>
            <a:ext cx="4495800" cy="55675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 fontScale="92500" lnSpcReduction="20000"/>
          </a:bodyPr>
          <a:lstStyle/>
          <a:p>
            <a:pPr marL="800100" lvl="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Structures / Classes</a:t>
            </a:r>
            <a:r>
              <a:rPr lang="en-IN" sz="2400" dirty="0">
                <a:latin typeface="Californian FB" panose="0207040306080B030204" pitchFamily="18" charset="0"/>
              </a:rPr>
              <a:t> – Represent and organize question data.</a:t>
            </a:r>
          </a:p>
          <a:p>
            <a:pPr marL="800100" lvl="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Objects / Data Structures</a:t>
            </a:r>
            <a:r>
              <a:rPr lang="en-IN" sz="2400" dirty="0">
                <a:latin typeface="Californian FB" panose="0207040306080B030204" pitchFamily="18" charset="0"/>
              </a:rPr>
              <a:t> – Store individual quiz questions.</a:t>
            </a:r>
          </a:p>
          <a:p>
            <a:pPr marL="800100" lvl="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Functions</a:t>
            </a:r>
            <a:r>
              <a:rPr lang="en-IN" sz="2400" dirty="0">
                <a:latin typeface="Californian FB" panose="0207040306080B030204" pitchFamily="18" charset="0"/>
              </a:rPr>
              <a:t> – Divide the program into manageable modules.</a:t>
            </a:r>
          </a:p>
          <a:p>
            <a:pPr marL="800100" lvl="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Vectors</a:t>
            </a:r>
            <a:r>
              <a:rPr lang="en-IN" sz="2400" dirty="0">
                <a:latin typeface="Californian FB" panose="0207040306080B030204" pitchFamily="18" charset="0"/>
              </a:rPr>
              <a:t> – Store multiple questions.</a:t>
            </a:r>
          </a:p>
          <a:p>
            <a:pPr marL="800100" lvl="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Strings</a:t>
            </a:r>
            <a:r>
              <a:rPr lang="en-IN" sz="2400" dirty="0">
                <a:latin typeface="Californian FB" panose="0207040306080B030204" pitchFamily="18" charset="0"/>
              </a:rPr>
              <a:t> – Store topics, questions and options.</a:t>
            </a:r>
          </a:p>
          <a:p>
            <a:pPr marL="800100" lvl="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File Handling</a:t>
            </a:r>
            <a:r>
              <a:rPr lang="en-IN" sz="2400" dirty="0">
                <a:latin typeface="Californian FB" panose="0207040306080B030204" pitchFamily="18" charset="0"/>
              </a:rPr>
              <a:t> – Read questions from the CSV file.</a:t>
            </a:r>
          </a:p>
          <a:p>
            <a:pPr marL="800100" lvl="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Conditional Statements</a:t>
            </a:r>
            <a:r>
              <a:rPr lang="en-IN" sz="2400" dirty="0">
                <a:latin typeface="Californian FB" panose="0207040306080B030204" pitchFamily="18" charset="0"/>
              </a:rPr>
              <a:t> – Check answers and calculate grades.</a:t>
            </a:r>
          </a:p>
          <a:p>
            <a:pPr marL="800100" lvl="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Loops</a:t>
            </a:r>
            <a:r>
              <a:rPr lang="en-IN" sz="2400" dirty="0">
                <a:latin typeface="Californian FB" panose="0207040306080B030204" pitchFamily="18" charset="0"/>
              </a:rPr>
              <a:t> – Process multiple questions and quiz attempts.</a:t>
            </a:r>
          </a:p>
          <a:p>
            <a:pPr marL="800100" lvl="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Input Validation</a:t>
            </a:r>
            <a:r>
              <a:rPr lang="en-IN" sz="2400" dirty="0">
                <a:latin typeface="Californian FB" panose="0207040306080B030204" pitchFamily="18" charset="0"/>
              </a:rPr>
              <a:t> – Prevent invalid menu and answer choices.</a:t>
            </a:r>
          </a:p>
          <a:p>
            <a:pPr marL="800100" lvl="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OOP Concepts</a:t>
            </a:r>
            <a:r>
              <a:rPr lang="en-IN" sz="2400" dirty="0">
                <a:latin typeface="Californian FB" panose="0207040306080B030204" pitchFamily="18" charset="0"/>
              </a:rPr>
              <a:t> – Used to organize the quiz system into reusable components.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9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905000" y="437769"/>
            <a:ext cx="90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  <a:spcBef>
                <a:spcPct val="0"/>
              </a:spcBef>
            </a:pPr>
            <a:r>
              <a:rPr lang="en-IN" sz="3200" dirty="0">
                <a:solidFill>
                  <a:schemeClr val="bg1"/>
                </a:solidFill>
                <a:latin typeface="Maiandra GD" panose="020E0502030308020204" pitchFamily="34" charset="0"/>
              </a:rPr>
              <a:t>C++ Concepts used</a:t>
            </a:r>
            <a:endParaRPr lang="en-GB" sz="3200" dirty="0">
              <a:solidFill>
                <a:schemeClr val="bg1"/>
              </a:solidFill>
              <a:latin typeface="Maiandra GD" panose="020E050203030802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561877"/>
            <a:ext cx="3093315" cy="952723"/>
          </a:xfrm>
        </p:spPr>
        <p:txBody>
          <a:bodyPr>
            <a:normAutofit/>
          </a:bodyPr>
          <a:lstStyle/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fornian FB" panose="0207040306080B030204" pitchFamily="18" charset="0"/>
              </a:rPr>
              <a:t>Player name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fornian FB" panose="0207040306080B030204" pitchFamily="18" charset="0"/>
              </a:rPr>
              <a:t>Quiz topic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10</a:t>
            </a:fld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01935C-D270-5967-85B9-E4ED3CC5D740}"/>
              </a:ext>
            </a:extLst>
          </p:cNvPr>
          <p:cNvSpPr/>
          <p:nvPr/>
        </p:nvSpPr>
        <p:spPr>
          <a:xfrm>
            <a:off x="3581400" y="433845"/>
            <a:ext cx="5181600" cy="55675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Maiandra GD" panose="020E0502030308020204" pitchFamily="34" charset="0"/>
              </a:rPr>
              <a:t>INPUTS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F7AA4B-D2AB-C301-06D1-569E32BA1E23}"/>
              </a:ext>
            </a:extLst>
          </p:cNvPr>
          <p:cNvSpPr txBox="1"/>
          <p:nvPr/>
        </p:nvSpPr>
        <p:spPr>
          <a:xfrm>
            <a:off x="2057400" y="2536020"/>
            <a:ext cx="2667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Californian FB" panose="0207040306080B030204" pitchFamily="18" charset="0"/>
              </a:rPr>
              <a:t>C++</a:t>
            </a:r>
          </a:p>
          <a:p>
            <a:pPr marL="285750" lvl="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Californian FB" panose="0207040306080B030204" pitchFamily="18" charset="0"/>
              </a:rPr>
              <a:t>General Knowledge</a:t>
            </a:r>
          </a:p>
          <a:p>
            <a:pPr marL="285750" lvl="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Californian FB" panose="0207040306080B030204" pitchFamily="18" charset="0"/>
              </a:rPr>
              <a:t>Science</a:t>
            </a:r>
          </a:p>
          <a:p>
            <a:pPr marL="285750" lvl="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Californian FB" panose="0207040306080B030204" pitchFamily="18" charset="0"/>
              </a:rPr>
              <a:t>Mathematics</a:t>
            </a:r>
          </a:p>
          <a:p>
            <a:endParaRPr lang="en-IN" sz="2000" dirty="0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77CFE621-D93D-5C77-FA65-C810169A3706}"/>
              </a:ext>
            </a:extLst>
          </p:cNvPr>
          <p:cNvSpPr txBox="1">
            <a:spLocks/>
          </p:cNvSpPr>
          <p:nvPr/>
        </p:nvSpPr>
        <p:spPr>
          <a:xfrm>
            <a:off x="902215" y="4516713"/>
            <a:ext cx="4083915" cy="9527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457200" lvl="0" indent="0" algn="l" rtl="0">
              <a:lnSpc>
                <a:spcPct val="90000"/>
              </a:lnSpc>
              <a:spcBef>
                <a:spcPts val="1000"/>
              </a:spcBef>
              <a:buNone/>
              <a:defRPr lang="en-US" sz="2800" dirty="0">
                <a:solidFill>
                  <a:schemeClr val="tx1"/>
                </a:solidFill>
                <a:latin typeface="+mn-lt"/>
              </a:defRPr>
            </a:lvl1pPr>
            <a:lvl2pPr marL="914400" lvl="1" indent="0" algn="l" rtl="0">
              <a:lnSpc>
                <a:spcPct val="90000"/>
              </a:lnSpc>
              <a:spcBef>
                <a:spcPts val="500"/>
              </a:spcBef>
              <a:buNone/>
              <a:defRPr lang="en-US" sz="2400" dirty="0">
                <a:solidFill>
                  <a:schemeClr val="tx1"/>
                </a:solidFill>
                <a:latin typeface="+mn-lt"/>
              </a:defRPr>
            </a:lvl2pPr>
            <a:lvl3pPr marL="1371600" lvl="2" indent="0" algn="l" rtl="0">
              <a:lnSpc>
                <a:spcPct val="90000"/>
              </a:lnSpc>
              <a:spcBef>
                <a:spcPts val="500"/>
              </a:spcBef>
              <a:buNone/>
              <a:defRPr lang="en-US" sz="2000" dirty="0">
                <a:solidFill>
                  <a:schemeClr val="tx1"/>
                </a:solidFill>
                <a:latin typeface="+mn-lt"/>
              </a:defRPr>
            </a:lvl3pPr>
            <a:lvl4pPr marL="1828800" lvl="3" indent="0" algn="l" rtl="0">
              <a:lnSpc>
                <a:spcPct val="90000"/>
              </a:lnSpc>
              <a:spcBef>
                <a:spcPts val="500"/>
              </a:spcBef>
              <a:buNone/>
              <a:defRPr lang="en-US" sz="1800" dirty="0">
                <a:solidFill>
                  <a:schemeClr val="tx1"/>
                </a:solidFill>
                <a:latin typeface="+mn-lt"/>
              </a:defRPr>
            </a:lvl4pPr>
            <a:lvl5pPr marL="2057400" lvl="4" indent="-228600" algn="l" rtl="0">
              <a:lnSpc>
                <a:spcPct val="90000"/>
              </a:lnSpc>
              <a:spcBef>
                <a:spcPts val="500"/>
              </a:spcBef>
              <a:buChar char="•"/>
              <a:defRPr lang="en-US" sz="1800" dirty="0">
                <a:solidFill>
                  <a:schemeClr val="tx1"/>
                </a:solidFill>
                <a:latin typeface="+mn-lt"/>
              </a:defRPr>
            </a:lvl5pPr>
            <a:lvl6pPr marL="2514600" lvl="5" indent="-228600" algn="l" rtl="0">
              <a:lnSpc>
                <a:spcPct val="90000"/>
              </a:lnSpc>
              <a:spcBef>
                <a:spcPts val="500"/>
              </a:spcBef>
              <a:buChar char="•"/>
              <a:defRPr lang="en-US" sz="1800" dirty="0">
                <a:solidFill>
                  <a:schemeClr val="tx1"/>
                </a:solidFill>
                <a:latin typeface="+mn-lt"/>
              </a:defRPr>
            </a:lvl6pPr>
            <a:lvl7pPr marL="2971800" lvl="6" indent="-228600" algn="l" rtl="0">
              <a:lnSpc>
                <a:spcPct val="90000"/>
              </a:lnSpc>
              <a:spcBef>
                <a:spcPts val="500"/>
              </a:spcBef>
              <a:buChar char="•"/>
              <a:defRPr lang="en-US" sz="1800" dirty="0">
                <a:solidFill>
                  <a:schemeClr val="tx1"/>
                </a:solidFill>
                <a:latin typeface="+mn-lt"/>
              </a:defRPr>
            </a:lvl7pPr>
            <a:lvl8pPr marL="3429000" lvl="7" indent="-228600" algn="l" rtl="0">
              <a:lnSpc>
                <a:spcPct val="90000"/>
              </a:lnSpc>
              <a:spcBef>
                <a:spcPts val="500"/>
              </a:spcBef>
              <a:buChar char="•"/>
              <a:defRPr lang="en-US" sz="1800" dirty="0">
                <a:solidFill>
                  <a:schemeClr val="tx1"/>
                </a:solidFill>
                <a:latin typeface="+mn-lt"/>
              </a:defRPr>
            </a:lvl8pPr>
            <a:lvl9pPr marL="3886200" lvl="8" indent="-228600" algn="l" rtl="0">
              <a:lnSpc>
                <a:spcPct val="90000"/>
              </a:lnSpc>
              <a:spcBef>
                <a:spcPts val="500"/>
              </a:spcBef>
              <a:buChar char="•"/>
              <a:defRPr lang="en-US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fornian FB" panose="0207040306080B030204" pitchFamily="18" charset="0"/>
              </a:rPr>
              <a:t>Answer choice: </a:t>
            </a:r>
            <a:r>
              <a:rPr lang="en-IN" sz="2400" b="1" dirty="0">
                <a:latin typeface="Californian FB" panose="0207040306080B030204" pitchFamily="18" charset="0"/>
              </a:rPr>
              <a:t>1, 2, 3 or 4</a:t>
            </a:r>
            <a:endParaRPr lang="en-IN" sz="2400" dirty="0">
              <a:latin typeface="Californian FB" panose="0207040306080B030204" pitchFamily="18" charset="0"/>
            </a:endParaRP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fornian FB" panose="0207040306080B030204" pitchFamily="18" charset="0"/>
              </a:rPr>
              <a:t>Replay choice: </a:t>
            </a:r>
            <a:r>
              <a:rPr lang="en-IN" sz="2400" b="1" dirty="0">
                <a:latin typeface="Californian FB" panose="0207040306080B030204" pitchFamily="18" charset="0"/>
              </a:rPr>
              <a:t>Y / N</a:t>
            </a:r>
            <a:endParaRPr lang="en-IN" sz="2400" dirty="0">
              <a:latin typeface="Californian FB" panose="0207040306080B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5E4EBF-29F4-43BF-9396-31580AE59D8E}"/>
              </a:ext>
            </a:extLst>
          </p:cNvPr>
          <p:cNvSpPr txBox="1"/>
          <p:nvPr/>
        </p:nvSpPr>
        <p:spPr>
          <a:xfrm>
            <a:off x="6023992" y="1382671"/>
            <a:ext cx="4879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fornian FB" panose="0207040306080B030204" pitchFamily="18" charset="0"/>
              </a:rPr>
              <a:t>Question Bank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027591-9139-201C-EB97-81A6AAEF687C}"/>
              </a:ext>
            </a:extLst>
          </p:cNvPr>
          <p:cNvSpPr txBox="1"/>
          <p:nvPr/>
        </p:nvSpPr>
        <p:spPr>
          <a:xfrm>
            <a:off x="6862455" y="1959161"/>
            <a:ext cx="341000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Californian FB" panose="0207040306080B030204" pitchFamily="18" charset="0"/>
              </a:rPr>
              <a:t>Questions are read from the CSV file containing:</a:t>
            </a:r>
          </a:p>
          <a:p>
            <a:pPr marL="285750" lvl="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400" dirty="0">
                <a:latin typeface="Californian FB" panose="0207040306080B030204" pitchFamily="18" charset="0"/>
              </a:rPr>
              <a:t>Topic</a:t>
            </a:r>
          </a:p>
          <a:p>
            <a:pPr marL="285750" lvl="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400" dirty="0">
                <a:latin typeface="Californian FB" panose="0207040306080B030204" pitchFamily="18" charset="0"/>
              </a:rPr>
              <a:t>Question</a:t>
            </a:r>
          </a:p>
          <a:p>
            <a:pPr marL="285750" lvl="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400" dirty="0">
                <a:latin typeface="Californian FB" panose="0207040306080B030204" pitchFamily="18" charset="0"/>
              </a:rPr>
              <a:t>Four options</a:t>
            </a:r>
          </a:p>
          <a:p>
            <a:pPr marL="285750" lvl="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400" dirty="0">
                <a:latin typeface="Californian FB" panose="0207040306080B030204" pitchFamily="18" charset="0"/>
              </a:rPr>
              <a:t>Correct answer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02E4CD-F03D-D490-46B4-E5BD9493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D253-940C-44B0-8F51-8C8A37AEAF7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6469FC-A50C-5296-0CB1-D0113C265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3A5F1-D2E0-1124-DD68-A2DC5E14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5B093-D3DD-4808-813A-F58BF8E67773}" type="slidenum">
              <a:rPr lang="en-IN" smtClean="0"/>
              <a:t>11</a:t>
            </a:fld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CF2A658-8CE3-23CE-B7FB-2786BA236BB8}"/>
              </a:ext>
            </a:extLst>
          </p:cNvPr>
          <p:cNvSpPr/>
          <p:nvPr/>
        </p:nvSpPr>
        <p:spPr>
          <a:xfrm>
            <a:off x="3581400" y="433845"/>
            <a:ext cx="5181600" cy="55675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Maiandra GD" panose="020E0502030308020204" pitchFamily="34" charset="0"/>
              </a:rPr>
              <a:t>EXPECTED OUTPUTS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E077B-471A-627E-5DB1-2BDB2621B53D}"/>
              </a:ext>
            </a:extLst>
          </p:cNvPr>
          <p:cNvSpPr txBox="1"/>
          <p:nvPr/>
        </p:nvSpPr>
        <p:spPr>
          <a:xfrm>
            <a:off x="754733" y="1828800"/>
            <a:ext cx="541746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Welcome message for the player.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Selected quiz topic.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Multiple-choice questions with four options.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Correct / Wrong answer message.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Correct answer for an incorrect response.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9F23BA-476B-B095-07F5-37373D31AF6B}"/>
              </a:ext>
            </a:extLst>
          </p:cNvPr>
          <p:cNvSpPr txBox="1"/>
          <p:nvPr/>
        </p:nvSpPr>
        <p:spPr>
          <a:xfrm>
            <a:off x="6400800" y="1868557"/>
            <a:ext cx="541746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Final score.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Percentage.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Grade.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Performance summary.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Option to play another quiz.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Validation messages for invalid inputs.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488096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6586EA-AC15-7626-D2A6-E2D383CF06F2}"/>
              </a:ext>
            </a:extLst>
          </p:cNvPr>
          <p:cNvSpPr/>
          <p:nvPr/>
        </p:nvSpPr>
        <p:spPr>
          <a:xfrm>
            <a:off x="3657600" y="177552"/>
            <a:ext cx="5105400" cy="55675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12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152400"/>
            <a:ext cx="90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  <a:spcBef>
                <a:spcPct val="0"/>
              </a:spcBef>
            </a:pPr>
            <a:r>
              <a:rPr lang="en-IN" sz="3600" dirty="0">
                <a:solidFill>
                  <a:schemeClr val="bg1"/>
                </a:solidFill>
                <a:latin typeface="Maiandra GD" panose="020E0502030308020204" pitchFamily="34" charset="0"/>
              </a:rPr>
              <a:t>FLOWCHART</a:t>
            </a:r>
            <a:endParaRPr lang="en-GB" sz="3600" dirty="0">
              <a:solidFill>
                <a:schemeClr val="bg1"/>
              </a:solidFill>
              <a:latin typeface="Maiandra GD" panose="020E0502030308020204" pitchFamily="34" charset="0"/>
              <a:cs typeface="Aharoni" panose="02010803020104030203" pitchFamily="2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53CEEF-A37E-FA72-058F-7167D629E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066800"/>
            <a:ext cx="10287000" cy="514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3F479547-B5FE-93C3-4722-9B9FECD0F828}"/>
              </a:ext>
            </a:extLst>
          </p:cNvPr>
          <p:cNvSpPr/>
          <p:nvPr/>
        </p:nvSpPr>
        <p:spPr>
          <a:xfrm>
            <a:off x="4267200" y="433845"/>
            <a:ext cx="4495800" cy="55675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3" name="Connector 41">
            <a:extLst>
              <a:ext uri="{FF2B5EF4-FFF2-40B4-BE49-F238E27FC236}">
                <a16:creationId xmlns:a16="http://schemas.microsoft.com/office/drawing/2014/main" id="{5AAFA380-3894-A9B5-2416-780B2D0DDD97}"/>
              </a:ext>
            </a:extLst>
          </p:cNvPr>
          <p:cNvCxnSpPr>
            <a:cxnSpLocks/>
            <a:stCxn id="92" idx="2"/>
          </p:cNvCxnSpPr>
          <p:nvPr/>
        </p:nvCxnSpPr>
        <p:spPr>
          <a:xfrm flipH="1">
            <a:off x="6759825" y="5547392"/>
            <a:ext cx="1964625" cy="426386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41">
            <a:extLst>
              <a:ext uri="{FF2B5EF4-FFF2-40B4-BE49-F238E27FC236}">
                <a16:creationId xmlns:a16="http://schemas.microsoft.com/office/drawing/2014/main" id="{1C256844-DDFA-65A0-35E1-81747ACAAE91}"/>
              </a:ext>
            </a:extLst>
          </p:cNvPr>
          <p:cNvCxnSpPr>
            <a:cxnSpLocks/>
            <a:endCxn id="76" idx="5"/>
          </p:cNvCxnSpPr>
          <p:nvPr/>
        </p:nvCxnSpPr>
        <p:spPr>
          <a:xfrm flipH="1" flipV="1">
            <a:off x="3705576" y="5330268"/>
            <a:ext cx="1421800" cy="428074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41">
            <a:extLst>
              <a:ext uri="{FF2B5EF4-FFF2-40B4-BE49-F238E27FC236}">
                <a16:creationId xmlns:a16="http://schemas.microsoft.com/office/drawing/2014/main" id="{BA9367CB-8CAE-23DA-F193-8F7F301C93D5}"/>
              </a:ext>
            </a:extLst>
          </p:cNvPr>
          <p:cNvCxnSpPr>
            <a:cxnSpLocks/>
          </p:cNvCxnSpPr>
          <p:nvPr/>
        </p:nvCxnSpPr>
        <p:spPr>
          <a:xfrm flipH="1" flipV="1">
            <a:off x="4800600" y="5337302"/>
            <a:ext cx="378185" cy="340735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41">
            <a:extLst>
              <a:ext uri="{FF2B5EF4-FFF2-40B4-BE49-F238E27FC236}">
                <a16:creationId xmlns:a16="http://schemas.microsoft.com/office/drawing/2014/main" id="{4B555802-F30A-D4ED-11C1-13AE88AD4F68}"/>
              </a:ext>
            </a:extLst>
          </p:cNvPr>
          <p:cNvCxnSpPr>
            <a:cxnSpLocks/>
          </p:cNvCxnSpPr>
          <p:nvPr/>
        </p:nvCxnSpPr>
        <p:spPr>
          <a:xfrm flipH="1">
            <a:off x="6537960" y="5230368"/>
            <a:ext cx="548640" cy="384764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41">
            <a:extLst>
              <a:ext uri="{FF2B5EF4-FFF2-40B4-BE49-F238E27FC236}">
                <a16:creationId xmlns:a16="http://schemas.microsoft.com/office/drawing/2014/main" id="{17B2666D-A04A-CBA2-A2B4-C977E61F8A06}"/>
              </a:ext>
            </a:extLst>
          </p:cNvPr>
          <p:cNvCxnSpPr>
            <a:cxnSpLocks/>
            <a:stCxn id="72" idx="3"/>
          </p:cNvCxnSpPr>
          <p:nvPr/>
        </p:nvCxnSpPr>
        <p:spPr>
          <a:xfrm flipH="1">
            <a:off x="6629398" y="5246342"/>
            <a:ext cx="1551554" cy="682018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41">
            <a:extLst>
              <a:ext uri="{FF2B5EF4-FFF2-40B4-BE49-F238E27FC236}">
                <a16:creationId xmlns:a16="http://schemas.microsoft.com/office/drawing/2014/main" id="{FA0A738D-376B-0318-5862-6330533C5E11}"/>
              </a:ext>
            </a:extLst>
          </p:cNvPr>
          <p:cNvCxnSpPr>
            <a:cxnSpLocks/>
            <a:stCxn id="41" idx="2"/>
          </p:cNvCxnSpPr>
          <p:nvPr/>
        </p:nvCxnSpPr>
        <p:spPr>
          <a:xfrm flipH="1" flipV="1">
            <a:off x="6743700" y="6019800"/>
            <a:ext cx="1500777" cy="102521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38">
            <a:extLst>
              <a:ext uri="{FF2B5EF4-FFF2-40B4-BE49-F238E27FC236}">
                <a16:creationId xmlns:a16="http://schemas.microsoft.com/office/drawing/2014/main" id="{677242BD-31D4-2C6F-BAC5-5219E9420B4D}"/>
              </a:ext>
            </a:extLst>
          </p:cNvPr>
          <p:cNvCxnSpPr>
            <a:cxnSpLocks/>
          </p:cNvCxnSpPr>
          <p:nvPr/>
        </p:nvCxnSpPr>
        <p:spPr>
          <a:xfrm flipH="1">
            <a:off x="10693580" y="3109278"/>
            <a:ext cx="396240" cy="433705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38">
            <a:extLst>
              <a:ext uri="{FF2B5EF4-FFF2-40B4-BE49-F238E27FC236}">
                <a16:creationId xmlns:a16="http://schemas.microsoft.com/office/drawing/2014/main" id="{888A3B12-2DFF-B066-8553-DE1BF0CBBC2F}"/>
              </a:ext>
            </a:extLst>
          </p:cNvPr>
          <p:cNvCxnSpPr>
            <a:cxnSpLocks/>
          </p:cNvCxnSpPr>
          <p:nvPr/>
        </p:nvCxnSpPr>
        <p:spPr>
          <a:xfrm>
            <a:off x="9334436" y="3062894"/>
            <a:ext cx="455908" cy="343839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38">
            <a:extLst>
              <a:ext uri="{FF2B5EF4-FFF2-40B4-BE49-F238E27FC236}">
                <a16:creationId xmlns:a16="http://schemas.microsoft.com/office/drawing/2014/main" id="{D99EB397-67C2-8E60-0891-48D72952F316}"/>
              </a:ext>
            </a:extLst>
          </p:cNvPr>
          <p:cNvCxnSpPr>
            <a:cxnSpLocks/>
          </p:cNvCxnSpPr>
          <p:nvPr/>
        </p:nvCxnSpPr>
        <p:spPr>
          <a:xfrm flipH="1">
            <a:off x="10536400" y="2422525"/>
            <a:ext cx="604040" cy="960755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23960" y="3657600"/>
            <a:ext cx="685800" cy="0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97680" y="3657600"/>
            <a:ext cx="868680" cy="0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09160" y="1645920"/>
            <a:ext cx="914400" cy="173736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943600" y="1463040"/>
            <a:ext cx="0" cy="192024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6263640" y="1645920"/>
            <a:ext cx="960120" cy="173736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cxnSpLocks/>
          </p:cNvCxnSpPr>
          <p:nvPr/>
        </p:nvCxnSpPr>
        <p:spPr>
          <a:xfrm>
            <a:off x="9485243" y="2011680"/>
            <a:ext cx="607380" cy="1353312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cxnSpLocks/>
          </p:cNvCxnSpPr>
          <p:nvPr/>
        </p:nvCxnSpPr>
        <p:spPr>
          <a:xfrm flipH="1">
            <a:off x="10408920" y="2011680"/>
            <a:ext cx="518160" cy="1353312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911048" y="5888127"/>
            <a:ext cx="1463040" cy="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783080" y="2011680"/>
            <a:ext cx="457200" cy="13716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8680" y="2011680"/>
            <a:ext cx="548640" cy="13716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13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chemeClr val="bg1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ER Diagram / DFD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83280"/>
            <a:ext cx="1554480" cy="548640"/>
          </a:xfrm>
          <a:prstGeom prst="rect">
            <a:avLst/>
          </a:prstGeom>
          <a:solidFill>
            <a:srgbClr val="2E5B8A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3383280"/>
            <a:ext cx="1554480" cy="548640"/>
          </a:xfrm>
          <a:prstGeom prst="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0" y="3383280"/>
            <a:ext cx="1554480" cy="548640"/>
          </a:xfrm>
          <a:prstGeom prst="rect">
            <a:avLst/>
          </a:prstGeom>
          <a:solidFill>
            <a:srgbClr val="2E5B8A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</a:p>
        </p:txBody>
      </p:sp>
      <p:sp>
        <p:nvSpPr>
          <p:cNvPr id="11" name="Diamond 10"/>
          <p:cNvSpPr/>
          <p:nvPr/>
        </p:nvSpPr>
        <p:spPr>
          <a:xfrm>
            <a:off x="2926079" y="3268980"/>
            <a:ext cx="1645919" cy="777240"/>
          </a:xfrm>
          <a:prstGeom prst="diamond">
            <a:avLst/>
          </a:prstGeom>
          <a:solidFill>
            <a:srgbClr val="C45B2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ATTEMPTS</a:t>
            </a:r>
          </a:p>
        </p:txBody>
      </p:sp>
      <p:sp>
        <p:nvSpPr>
          <p:cNvPr id="12" name="Diamond 11"/>
          <p:cNvSpPr/>
          <p:nvPr/>
        </p:nvSpPr>
        <p:spPr>
          <a:xfrm>
            <a:off x="7452359" y="3268980"/>
            <a:ext cx="1554473" cy="777240"/>
          </a:xfrm>
          <a:prstGeom prst="diamond">
            <a:avLst/>
          </a:prstGeom>
          <a:solidFill>
            <a:srgbClr val="C45B2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3657600"/>
            <a:ext cx="548640" cy="0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20840" y="3657600"/>
            <a:ext cx="731520" cy="0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68880" y="3364992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364992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364992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364992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Diamond 20"/>
          <p:cNvSpPr/>
          <p:nvPr/>
        </p:nvSpPr>
        <p:spPr>
          <a:xfrm>
            <a:off x="5036824" y="4470952"/>
            <a:ext cx="1813551" cy="777240"/>
          </a:xfrm>
          <a:prstGeom prst="diamond">
            <a:avLst/>
          </a:prstGeom>
          <a:solidFill>
            <a:srgbClr val="2E868A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GENRATES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5577840"/>
            <a:ext cx="1737360" cy="548640"/>
          </a:xfrm>
          <a:prstGeom prst="rect">
            <a:avLst/>
          </a:prstGeom>
          <a:solidFill>
            <a:srgbClr val="2E868A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RESULT</a:t>
            </a:r>
            <a:endParaRPr sz="1200" b="1" dirty="0">
              <a:solidFill>
                <a:schemeClr val="bg1"/>
              </a:solidFill>
              <a:latin typeface="Calibri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943600" y="3931920"/>
            <a:ext cx="0" cy="530352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943600" y="5230368"/>
            <a:ext cx="0" cy="347472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80760" y="3977639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5394960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251459" y="1760220"/>
            <a:ext cx="123444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1" u="sng" dirty="0" err="1">
                <a:solidFill>
                  <a:srgbClr val="222222"/>
                </a:solidFill>
                <a:latin typeface="Calibri"/>
              </a:rPr>
              <a:t>player_id</a:t>
            </a:r>
            <a:endParaRPr sz="1200" b="1" u="sng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714500" y="1760220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lang="en-IN" sz="1100" b="1" u="none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100" b="1" u="none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layer_name</a:t>
            </a:r>
            <a:endParaRPr sz="1100" b="1" u="none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4114800" y="1394460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400" b="1" u="sng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quiz_id</a:t>
            </a:r>
            <a:endParaRPr sz="1400" b="1" u="sng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303520" y="1211580"/>
            <a:ext cx="128016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4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endParaRPr sz="1400" b="1" u="none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6675120" y="1394460"/>
            <a:ext cx="109728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400" b="1" u="none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</a:t>
            </a:r>
          </a:p>
        </p:txBody>
      </p:sp>
      <p:sp>
        <p:nvSpPr>
          <p:cNvPr id="37" name="Oval 36"/>
          <p:cNvSpPr/>
          <p:nvPr/>
        </p:nvSpPr>
        <p:spPr>
          <a:xfrm>
            <a:off x="8586083" y="1694615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lang="en-IN" sz="1100" b="1" u="sng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100" b="1" u="sng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ption_a</a:t>
            </a:r>
            <a:endParaRPr sz="1100" b="1" u="sng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0336696" y="1668145"/>
            <a:ext cx="1224934" cy="431113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lang="en-IN" sz="11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100" b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ption_b</a:t>
            </a:r>
            <a:endParaRPr sz="1100" b="1" u="none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8244477" y="5912231"/>
            <a:ext cx="1087962" cy="42018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1" u="sng" dirty="0">
                <a:solidFill>
                  <a:srgbClr val="222222"/>
                </a:solidFill>
                <a:latin typeface="Calibri"/>
              </a:rPr>
              <a:t>Percentage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FCF9D4-9939-B5DA-231E-F63043A497DA}"/>
              </a:ext>
            </a:extLst>
          </p:cNvPr>
          <p:cNvSpPr/>
          <p:nvPr/>
        </p:nvSpPr>
        <p:spPr>
          <a:xfrm>
            <a:off x="8092436" y="2235405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lang="en-IN" sz="1100" b="1" u="sng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100" b="1" u="sng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ption_c</a:t>
            </a:r>
            <a:endParaRPr sz="1100" b="1" u="sng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6329095-5A66-EF09-28B9-E1A9A680C047}"/>
              </a:ext>
            </a:extLst>
          </p:cNvPr>
          <p:cNvSpPr/>
          <p:nvPr/>
        </p:nvSpPr>
        <p:spPr>
          <a:xfrm>
            <a:off x="11003280" y="2171065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lang="en-IN" sz="1100" b="1" u="sng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100" b="1" u="sng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ption_d</a:t>
            </a:r>
            <a:endParaRPr sz="1100" b="1" u="sng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8195EC1-4381-B5BC-225A-A955B72C5596}"/>
              </a:ext>
            </a:extLst>
          </p:cNvPr>
          <p:cNvSpPr/>
          <p:nvPr/>
        </p:nvSpPr>
        <p:spPr>
          <a:xfrm>
            <a:off x="9473750" y="1253120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b="1" u="sng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question_id</a:t>
            </a:r>
            <a:endParaRPr sz="1100" b="1" u="sng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C7E2CBA-13E4-8029-BA2D-11141D783C66}"/>
              </a:ext>
            </a:extLst>
          </p:cNvPr>
          <p:cNvSpPr/>
          <p:nvPr/>
        </p:nvSpPr>
        <p:spPr>
          <a:xfrm>
            <a:off x="10833010" y="2766060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lang="en-IN" sz="1100" b="1" u="sng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100" b="1" u="sng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orrect</a:t>
            </a:r>
            <a:r>
              <a:rPr sz="1100" b="1" u="sng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answer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BB9960D-529E-EE40-8EE4-8E95869C13B5}"/>
              </a:ext>
            </a:extLst>
          </p:cNvPr>
          <p:cNvSpPr/>
          <p:nvPr/>
        </p:nvSpPr>
        <p:spPr>
          <a:xfrm>
            <a:off x="8463370" y="2815165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lang="en-IN" sz="1100" b="1" u="sng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1100" b="1" u="sng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uestion</a:t>
            </a:r>
            <a:r>
              <a:rPr sz="1100" b="1" u="sng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text</a:t>
            </a:r>
          </a:p>
        </p:txBody>
      </p:sp>
      <p:cxnSp>
        <p:nvCxnSpPr>
          <p:cNvPr id="51" name="Connector 38">
            <a:extLst>
              <a:ext uri="{FF2B5EF4-FFF2-40B4-BE49-F238E27FC236}">
                <a16:creationId xmlns:a16="http://schemas.microsoft.com/office/drawing/2014/main" id="{FAB9A983-BEAC-EA0E-B49B-1EE31F5E718E}"/>
              </a:ext>
            </a:extLst>
          </p:cNvPr>
          <p:cNvCxnSpPr>
            <a:cxnSpLocks/>
          </p:cNvCxnSpPr>
          <p:nvPr/>
        </p:nvCxnSpPr>
        <p:spPr>
          <a:xfrm flipH="1">
            <a:off x="10168823" y="1756040"/>
            <a:ext cx="42637" cy="1608952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38">
            <a:extLst>
              <a:ext uri="{FF2B5EF4-FFF2-40B4-BE49-F238E27FC236}">
                <a16:creationId xmlns:a16="http://schemas.microsoft.com/office/drawing/2014/main" id="{2BD6A115-B920-C59C-445B-B89DBEAEB9EA}"/>
              </a:ext>
            </a:extLst>
          </p:cNvPr>
          <p:cNvCxnSpPr>
            <a:cxnSpLocks/>
          </p:cNvCxnSpPr>
          <p:nvPr/>
        </p:nvCxnSpPr>
        <p:spPr>
          <a:xfrm>
            <a:off x="9271019" y="2486865"/>
            <a:ext cx="735334" cy="896415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F87A135E-B0AC-47B6-00EF-397B851F63D1}"/>
              </a:ext>
            </a:extLst>
          </p:cNvPr>
          <p:cNvSpPr/>
          <p:nvPr/>
        </p:nvSpPr>
        <p:spPr>
          <a:xfrm>
            <a:off x="6788425" y="4861178"/>
            <a:ext cx="1171250" cy="438016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50" b="1" u="sng" dirty="0" err="1">
                <a:solidFill>
                  <a:srgbClr val="222222"/>
                </a:solidFill>
                <a:latin typeface="Calibri"/>
              </a:rPr>
              <a:t>Player_ID</a:t>
            </a:r>
            <a:r>
              <a:rPr sz="1050" b="1" u="sng" dirty="0">
                <a:solidFill>
                  <a:srgbClr val="222222"/>
                </a:solidFill>
                <a:latin typeface="Calibri"/>
              </a:rPr>
              <a:t>(FK)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DBE46DB-900D-1B83-A544-286217829178}"/>
              </a:ext>
            </a:extLst>
          </p:cNvPr>
          <p:cNvSpPr/>
          <p:nvPr/>
        </p:nvSpPr>
        <p:spPr>
          <a:xfrm>
            <a:off x="8021624" y="4887696"/>
            <a:ext cx="1087962" cy="42018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00" b="1" u="sng" dirty="0">
                <a:solidFill>
                  <a:srgbClr val="222222"/>
                </a:solidFill>
                <a:latin typeface="Calibri"/>
              </a:rPr>
              <a:t>Attempt date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3E15735-3F82-C9C1-71D2-981517BF9688}"/>
              </a:ext>
            </a:extLst>
          </p:cNvPr>
          <p:cNvSpPr/>
          <p:nvPr/>
        </p:nvSpPr>
        <p:spPr>
          <a:xfrm>
            <a:off x="4016555" y="4974780"/>
            <a:ext cx="1087962" cy="42018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lang="en-IN" sz="1200" u="sng" dirty="0">
                <a:solidFill>
                  <a:srgbClr val="222222"/>
                </a:solidFill>
                <a:latin typeface="Calibri"/>
              </a:rPr>
              <a:t>Q</a:t>
            </a:r>
            <a:r>
              <a:rPr sz="1200" u="sng" dirty="0" err="1">
                <a:solidFill>
                  <a:srgbClr val="222222"/>
                </a:solidFill>
                <a:latin typeface="Calibri"/>
              </a:rPr>
              <a:t>uiz_id</a:t>
            </a:r>
            <a:r>
              <a:rPr sz="1200" u="sng" dirty="0">
                <a:solidFill>
                  <a:srgbClr val="222222"/>
                </a:solidFill>
                <a:latin typeface="Calibri"/>
              </a:rPr>
              <a:t>(FK)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8688A7E-FDDD-0149-9505-D2FFC7A19BC8}"/>
              </a:ext>
            </a:extLst>
          </p:cNvPr>
          <p:cNvSpPr/>
          <p:nvPr/>
        </p:nvSpPr>
        <p:spPr>
          <a:xfrm>
            <a:off x="2776942" y="4971622"/>
            <a:ext cx="1087962" cy="42018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lang="en-IN" sz="1200" u="sng" dirty="0">
                <a:solidFill>
                  <a:srgbClr val="222222"/>
                </a:solidFill>
                <a:latin typeface="Calibri"/>
              </a:rPr>
              <a:t>R</a:t>
            </a:r>
            <a:r>
              <a:rPr sz="1200" u="sng" dirty="0" err="1">
                <a:solidFill>
                  <a:srgbClr val="222222"/>
                </a:solidFill>
                <a:latin typeface="Calibri"/>
              </a:rPr>
              <a:t>esullt_ID</a:t>
            </a:r>
            <a:endParaRPr sz="1200" u="sng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68FC5B8-2EBD-6777-FA19-1785F0D3F9F5}"/>
              </a:ext>
            </a:extLst>
          </p:cNvPr>
          <p:cNvSpPr/>
          <p:nvPr/>
        </p:nvSpPr>
        <p:spPr>
          <a:xfrm>
            <a:off x="3118278" y="5678037"/>
            <a:ext cx="1087962" cy="42018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u="sng" dirty="0">
                <a:solidFill>
                  <a:srgbClr val="222222"/>
                </a:solidFill>
                <a:latin typeface="Calibri"/>
              </a:rPr>
              <a:t>Score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C576EE6-9219-E9B5-0695-A4C4D0026D2B}"/>
              </a:ext>
            </a:extLst>
          </p:cNvPr>
          <p:cNvSpPr/>
          <p:nvPr/>
        </p:nvSpPr>
        <p:spPr>
          <a:xfrm>
            <a:off x="8724450" y="5337302"/>
            <a:ext cx="1215977" cy="420179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1" u="sng" dirty="0">
                <a:solidFill>
                  <a:srgbClr val="222222"/>
                </a:solidFill>
                <a:latin typeface="Calibri"/>
              </a:rPr>
              <a:t>grade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26EBFD4A-5BE4-8408-E127-0FE3888E4C04}"/>
              </a:ext>
            </a:extLst>
          </p:cNvPr>
          <p:cNvSpPr/>
          <p:nvPr/>
        </p:nvSpPr>
        <p:spPr>
          <a:xfrm>
            <a:off x="3998254" y="4983461"/>
            <a:ext cx="1087962" cy="42018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lang="en-IN" sz="1200" u="sng" dirty="0">
                <a:solidFill>
                  <a:srgbClr val="222222"/>
                </a:solidFill>
                <a:latin typeface="Calibri"/>
              </a:rPr>
              <a:t>Q</a:t>
            </a:r>
            <a:r>
              <a:rPr sz="1200" u="sng" dirty="0" err="1">
                <a:solidFill>
                  <a:srgbClr val="222222"/>
                </a:solidFill>
                <a:latin typeface="Calibri"/>
              </a:rPr>
              <a:t>uiz_id</a:t>
            </a:r>
            <a:r>
              <a:rPr sz="1200" u="sng" dirty="0">
                <a:solidFill>
                  <a:srgbClr val="222222"/>
                </a:solidFill>
                <a:latin typeface="Calibri"/>
              </a:rPr>
              <a:t>(FK)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6E189922-8B7C-EA83-69BA-744FF4EB56FF}"/>
              </a:ext>
            </a:extLst>
          </p:cNvPr>
          <p:cNvSpPr/>
          <p:nvPr/>
        </p:nvSpPr>
        <p:spPr>
          <a:xfrm>
            <a:off x="2758641" y="4980303"/>
            <a:ext cx="1087962" cy="42018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lang="en-IN" sz="1200" u="sng" dirty="0">
                <a:solidFill>
                  <a:srgbClr val="222222"/>
                </a:solidFill>
                <a:latin typeface="Calibri"/>
              </a:rPr>
              <a:t>R</a:t>
            </a:r>
            <a:r>
              <a:rPr sz="1200" u="sng" dirty="0" err="1">
                <a:solidFill>
                  <a:srgbClr val="222222"/>
                </a:solidFill>
                <a:latin typeface="Calibri"/>
              </a:rPr>
              <a:t>esullt_ID</a:t>
            </a:r>
            <a:endParaRPr sz="1200" u="sng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ECF268C-F3F9-EF70-332C-3B2D993D0D70}"/>
              </a:ext>
            </a:extLst>
          </p:cNvPr>
          <p:cNvSpPr/>
          <p:nvPr/>
        </p:nvSpPr>
        <p:spPr>
          <a:xfrm>
            <a:off x="3110186" y="5678037"/>
            <a:ext cx="1087962" cy="42018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200" b="1" u="sng" dirty="0">
                <a:solidFill>
                  <a:srgbClr val="222222"/>
                </a:solidFill>
                <a:latin typeface="Calibri"/>
              </a:rPr>
              <a:t>Score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603F2966-E77F-116A-08F4-B9B30977150D}"/>
              </a:ext>
            </a:extLst>
          </p:cNvPr>
          <p:cNvSpPr/>
          <p:nvPr/>
        </p:nvSpPr>
        <p:spPr>
          <a:xfrm>
            <a:off x="3990161" y="4983461"/>
            <a:ext cx="1111751" cy="42018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lang="en-IN" sz="1200" b="1" u="sng" dirty="0">
                <a:solidFill>
                  <a:srgbClr val="222222"/>
                </a:solidFill>
                <a:latin typeface="Calibri"/>
              </a:rPr>
              <a:t>Q</a:t>
            </a:r>
            <a:r>
              <a:rPr sz="1200" b="1" u="sng" dirty="0" err="1">
                <a:solidFill>
                  <a:srgbClr val="222222"/>
                </a:solidFill>
                <a:latin typeface="Calibri"/>
              </a:rPr>
              <a:t>uiz_id</a:t>
            </a:r>
            <a:r>
              <a:rPr sz="1200" b="1" u="sng" dirty="0">
                <a:solidFill>
                  <a:srgbClr val="222222"/>
                </a:solidFill>
                <a:latin typeface="Calibri"/>
              </a:rPr>
              <a:t>(FK)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36E9E2EE-6133-6892-0048-619176B0AC85}"/>
              </a:ext>
            </a:extLst>
          </p:cNvPr>
          <p:cNvSpPr/>
          <p:nvPr/>
        </p:nvSpPr>
        <p:spPr>
          <a:xfrm>
            <a:off x="2750549" y="4980303"/>
            <a:ext cx="1096054" cy="42018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lang="en-IN" sz="1200" b="1" u="sng" dirty="0">
                <a:solidFill>
                  <a:srgbClr val="222222"/>
                </a:solidFill>
                <a:latin typeface="Calibri"/>
              </a:rPr>
              <a:t>R</a:t>
            </a:r>
            <a:r>
              <a:rPr sz="1200" b="1" u="sng" dirty="0" err="1">
                <a:solidFill>
                  <a:srgbClr val="222222"/>
                </a:solidFill>
                <a:latin typeface="Calibri"/>
              </a:rPr>
              <a:t>esullt_ID</a:t>
            </a:r>
            <a:endParaRPr sz="1200" b="1" u="sng" dirty="0">
              <a:solidFill>
                <a:srgbClr val="22222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6700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CE01CA-97B8-D755-52B4-66331246F473}"/>
              </a:ext>
            </a:extLst>
          </p:cNvPr>
          <p:cNvSpPr/>
          <p:nvPr/>
        </p:nvSpPr>
        <p:spPr>
          <a:xfrm>
            <a:off x="3657600" y="433845"/>
            <a:ext cx="5105400" cy="55675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14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710300" y="488199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chemeClr val="bg1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Role of Each Individual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165193"/>
              </p:ext>
            </p:extLst>
          </p:nvPr>
        </p:nvGraphicFramePr>
        <p:xfrm>
          <a:off x="914400" y="1920240"/>
          <a:ext cx="10363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 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/ Responsibility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25B11AI871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Padimi Mokshagna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Project planning, system design and C++ coding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26B11AI037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Allada Ram Charan Teja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Question bank and quiz module development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25B11AIC29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Vanamadi_Rama</a:t>
                      </a:r>
                      <a:r>
                        <a:rPr lang="en-IN" sz="1800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Venkata Pavan</a:t>
                      </a:r>
                      <a:endParaRPr lang="en-IN"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Score calculation, result generation and testing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25B11AI764</a:t>
                      </a:r>
                    </a:p>
                  </a:txBody>
                  <a:tcPr marL="6350" marR="6350" marT="6350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IN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Mudavathu_Mahesh</a:t>
                      </a: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File handling, documentation and presentation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BE5147-9463-FE88-7407-1552F5E89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D253-940C-44B0-8F51-8C8A37AEAF7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1EB0D0-8587-D54B-EE54-974798F2B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E0CA6-4014-1CFB-C36F-AE0B14A63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5B093-D3DD-4808-813A-F58BF8E67773}" type="slidenum">
              <a:rPr lang="en-IN" smtClean="0"/>
              <a:t>15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6BB72-9B76-C040-A642-9AE1AB517825}"/>
              </a:ext>
            </a:extLst>
          </p:cNvPr>
          <p:cNvSpPr txBox="1"/>
          <p:nvPr/>
        </p:nvSpPr>
        <p:spPr>
          <a:xfrm>
            <a:off x="990600" y="1676400"/>
            <a:ext cx="11010900" cy="4104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The Quiz Game System simplifies the process of conducting quizzes.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It reduces manual answer checking and score calculation.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Users can select different topics and attempt multiple-choice questions.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The system automatically calculates score, percentage and grade.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External CSV storage makes the question bank easy to manage.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The project demonstrates practical implementation of C++ programming concepts.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It can be further extended with database connectivity, user login and a graphical interface.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Californian FB" panose="0207040306080B0302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625B29-19E3-298D-2680-977E63B85C26}"/>
              </a:ext>
            </a:extLst>
          </p:cNvPr>
          <p:cNvSpPr/>
          <p:nvPr/>
        </p:nvSpPr>
        <p:spPr>
          <a:xfrm>
            <a:off x="3657600" y="457200"/>
            <a:ext cx="5105400" cy="55675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Maiandra GD" panose="020E0502030308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939326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CAC731-FBFD-695B-3794-6AE675FB3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D253-940C-44B0-8F51-8C8A37AEAF73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9DA346-DAB7-6A44-081C-0FA86F93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B33B4-7CD0-41E2-6E8C-3A5ABFB2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5B093-D3DD-4808-813A-F58BF8E67773}" type="slidenum">
              <a:rPr lang="en-IN" smtClean="0"/>
              <a:t>16</a:t>
            </a:fld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0729DF-3E7A-F084-BBAA-8FE0521639C2}"/>
              </a:ext>
            </a:extLst>
          </p:cNvPr>
          <p:cNvSpPr/>
          <p:nvPr/>
        </p:nvSpPr>
        <p:spPr>
          <a:xfrm>
            <a:off x="3657600" y="457200"/>
            <a:ext cx="5105400" cy="55675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>
              <a:latin typeface="Maiandra GD" panose="020E0502030308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2ED51-7A7D-3F1B-08C0-F0A88BBDACFF}"/>
              </a:ext>
            </a:extLst>
          </p:cNvPr>
          <p:cNvSpPr txBox="1"/>
          <p:nvPr/>
        </p:nvSpPr>
        <p:spPr>
          <a:xfrm>
            <a:off x="5153812" y="413790"/>
            <a:ext cx="5105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References</a:t>
            </a:r>
          </a:p>
          <a:p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A265EE-B654-730F-15E5-49DE4396DE6E}"/>
              </a:ext>
            </a:extLst>
          </p:cNvPr>
          <p:cNvSpPr txBox="1"/>
          <p:nvPr/>
        </p:nvSpPr>
        <p:spPr>
          <a:xfrm>
            <a:off x="755374" y="1725377"/>
            <a:ext cx="11430000" cy="3596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C++ programming concepts and Object-Oriented Programming course material.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C++ Standard Library documentation.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C++ file handling and stream concepts.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Structures, functions, vectors and strings in C++.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CSV file handling concepts.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alifornian FB" panose="0207040306080B030204" pitchFamily="18" charset="0"/>
              </a:rPr>
              <a:t>Project source code and implementation developed for the PBL project.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Californian FB" panose="0207040306080B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87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A2974D-1CE7-ADEF-CAF2-8E40A4E9ACE3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745443"/>
            <a:ext cx="10210800" cy="5367114"/>
          </a:xfr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14BADD-841F-98DA-7B1A-166F39B295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C0285F-93AB-F1ED-9404-7BA7181450BB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3383F8C5-9DCC-4575-9E47-831DF7A3DFC7}" type="datetime1">
              <a:rPr lang="en-US" smtClean="0"/>
              <a:t>10/16/2026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A9194-EE25-3196-F348-A230F71DC1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968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1128</TotalTime>
  <Words>1298</Words>
  <Application>Microsoft Office PowerPoint</Application>
  <PresentationFormat>Widescreen</PresentationFormat>
  <Paragraphs>268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Calibri</vt:lpstr>
      <vt:lpstr>Aharoni</vt:lpstr>
      <vt:lpstr>Courier New</vt:lpstr>
      <vt:lpstr>Californian FB</vt:lpstr>
      <vt:lpstr>Gabriola</vt:lpstr>
      <vt:lpstr>Maiandra GD</vt:lpstr>
      <vt:lpstr>Wingdings</vt:lpstr>
      <vt:lpstr>Arial Rounded MT Bold</vt:lpstr>
      <vt:lpstr>Arial</vt:lpstr>
      <vt:lpstr>Times New Roman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Padimi Mokshagna</dc:creator>
  <cp:lastModifiedBy>Padimi Mokshagna</cp:lastModifiedBy>
  <cp:revision>105</cp:revision>
  <cp:lastPrinted>2025-09-02T05:24:44Z</cp:lastPrinted>
  <dcterms:created xsi:type="dcterms:W3CDTF">2025-05-29T13:02:32Z</dcterms:created>
  <dcterms:modified xsi:type="dcterms:W3CDTF">2026-10-16T04:51:09Z</dcterms:modified>
</cp:coreProperties>
</file>